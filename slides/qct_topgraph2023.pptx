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73" r:id="rId4"/>
    <p:sldId id="266" r:id="rId5"/>
    <p:sldId id="267" r:id="rId6"/>
    <p:sldId id="269" r:id="rId7"/>
    <p:sldId id="270" r:id="rId8"/>
    <p:sldId id="271" r:id="rId9"/>
    <p:sldId id="272" r:id="rId10"/>
    <p:sldId id="258" r:id="rId11"/>
    <p:sldId id="259" r:id="rId12"/>
    <p:sldId id="260" r:id="rId13"/>
    <p:sldId id="264" r:id="rId14"/>
    <p:sldId id="274" r:id="rId15"/>
    <p:sldId id="275" r:id="rId16"/>
    <p:sldId id="277" r:id="rId17"/>
    <p:sldId id="279" r:id="rId18"/>
    <p:sldId id="280" r:id="rId19"/>
    <p:sldId id="282" r:id="rId20"/>
    <p:sldId id="278" r:id="rId21"/>
    <p:sldId id="281" r:id="rId22"/>
    <p:sldId id="283" r:id="rId23"/>
    <p:sldId id="284" r:id="rId24"/>
    <p:sldId id="286" r:id="rId25"/>
    <p:sldId id="276" r:id="rId26"/>
    <p:sldId id="285" r:id="rId27"/>
    <p:sldId id="287" r:id="rId28"/>
    <p:sldId id="288" r:id="rId29"/>
    <p:sldId id="28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DF37B1-39D7-A14D-8A2A-A2FE556F3D17}">
          <p14:sldIdLst>
            <p14:sldId id="256"/>
            <p14:sldId id="257"/>
            <p14:sldId id="273"/>
            <p14:sldId id="266"/>
            <p14:sldId id="267"/>
            <p14:sldId id="269"/>
            <p14:sldId id="270"/>
            <p14:sldId id="271"/>
            <p14:sldId id="272"/>
            <p14:sldId id="258"/>
            <p14:sldId id="259"/>
            <p14:sldId id="260"/>
            <p14:sldId id="264"/>
          </p14:sldIdLst>
        </p14:section>
        <p14:section name="Token Swapping" id="{A6F4A7E4-981A-9D4C-AED1-9D6D83049F3B}">
          <p14:sldIdLst>
            <p14:sldId id="274"/>
          </p14:sldIdLst>
        </p14:section>
        <p14:section name="Token Swapping" id="{99DB9248-D96E-CF44-92CB-7DDA7335CC2B}">
          <p14:sldIdLst>
            <p14:sldId id="275"/>
            <p14:sldId id="277"/>
            <p14:sldId id="279"/>
            <p14:sldId id="280"/>
            <p14:sldId id="282"/>
            <p14:sldId id="278"/>
            <p14:sldId id="281"/>
            <p14:sldId id="283"/>
          </p14:sldIdLst>
        </p14:section>
        <p14:section name="Good Next Mapping" id="{EF759F67-3600-8E4D-B5A3-07BCB66C101F}">
          <p14:sldIdLst>
            <p14:sldId id="284"/>
            <p14:sldId id="286"/>
            <p14:sldId id="276"/>
            <p14:sldId id="285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83521"/>
  </p:normalViewPr>
  <p:slideViewPr>
    <p:cSldViewPr snapToGrid="0" snapToObjects="1">
      <p:cViewPr varScale="1">
        <p:scale>
          <a:sx n="102" d="100"/>
          <a:sy n="102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07B56-3877-B346-B8DF-57B9696985A2}" type="datetimeFigureOut">
              <a:rPr lang="en-AU" smtClean="0"/>
              <a:t>19/10/2023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A2CE8-2E72-1646-9744-4A15FB1A8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66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A2CE8-2E72-1646-9744-4A15FB1A869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8053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{0: 3, 1: 0, 2: 1, 3: 2, 4: 4, 5: 5}	D=1</a:t>
            </a:r>
          </a:p>
          <a:p>
            <a:r>
              <a:rPr lang="en-AU" dirty="0"/>
              <a:t>{0: 2, 1: 0, 2: 1, 3: 3, 4: 4, 5: 5}	D=3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{0: 4, 1: 0, 2: 1, 3: 3, 4: 2, 5: 5}	D=1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{0: 5, 1: 0, 2: 1, 3: 3, 4: 2, 5: 4}	D=0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A2CE8-2E72-1646-9744-4A15FB1A8695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113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E286-BBFD-604B-8262-71CAD35BD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E72E3-D9E8-D540-8BD4-5ED94C390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7D1D1-9664-794F-83EA-A0F6242B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FB502-A134-A64B-9FE7-87E9E1C1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A5172-38E8-3043-999E-604B502E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E7B3-E443-C241-BBE5-68BD773C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8EE83-77B0-D843-9E27-C2035C32C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7C8EE-7064-874D-AB28-1EFACB01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B163D-82E7-0F4B-B045-967686D4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B9181-E1B2-9A42-9A35-A7E3B779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3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002C-06D5-2C4E-A4E9-582EFCBA8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6AD0D-5979-774C-A58C-0E674B941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CC1A7-7020-F04F-AFF1-3F1BA649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FF8DE-B874-9446-86E8-94C495D9D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94BBF-6727-3645-BA41-E200FAB2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91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0F0F-C43D-2D47-B631-7B80158C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4494F-991E-904E-8651-BD00B7DAB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6A55D-5A58-A940-AA83-505B1C60E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C8654-4AE0-A14E-8CB7-8FE3B6666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46BEF-2B18-8447-90CF-85675D92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5AECE-F1FA-A249-BF6F-BF0A76FC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8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A0BA-F536-E846-959A-85FE41B9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63363-E327-C347-A261-5A0A51D8B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1BFA-B240-2A4B-9FBF-416928772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516EB6-4BE5-7144-986C-FC15CC587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A43EC-7227-854D-9DFB-9146F6954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C349AA-CF0A-B14D-A7A7-F7D704EA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311E82-8A7D-2446-BF5C-306B30DF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9E34D-C770-8D4F-B6DB-846A29D3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0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C959-819C-B744-AB62-03A9A22C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5C23F-473D-E649-B3FC-619C6CD4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4F09B-12E0-A34F-9089-7534CA14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AFF19-CB1A-7F41-B0DC-158CCB41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6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E2D53-27C4-C146-B579-D5327621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BA55E-D689-454A-B9FB-0E8E22814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7929D-A34F-834C-98B9-7D24F0B7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6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9F6A-90BB-FE45-8EC5-754824D75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77AA8-0349-DE48-951C-24839E6BC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55B5-FEEE-784D-8827-27C1AF669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888D4-4E72-B64E-9786-1CB20E9BE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23D98-E4EC-024F-95DB-B94C098F8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7BD87-5051-4241-9F2A-AC1DED04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6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5511-3B2E-3E43-9A4C-005E0437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BBAE9-CC9E-4E41-A757-11576DE40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6E2E5-F58A-6244-ACD7-6F29442FA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116EC-4611-BE44-A626-4A86D379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4B090-CDC1-7845-956C-2A4E6A21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DD1AA-644F-7642-B64B-5DD182B3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4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CDE6-BADF-4545-9E0A-A02E7CA5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1C10A-A6FD-C445-8925-26A062E00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D0758-AA45-224A-997A-BE356A63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65EEB-1787-514B-948C-67AE7ADF5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EEFA3-DEAF-C24F-8DF4-3B1F3162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1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9E447-5ECB-CA41-83A3-FD0806FEB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99887-30D5-CD4B-8333-256E0E557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78EAF-5010-774B-97B6-E5C71F276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2E1A1-4FB8-B145-B2D2-0A2F1C75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4913-0AA0-DF42-A260-07D02CE5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897D0-5225-664C-A63C-0C279337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344F6-E61B-464A-AB43-794F7278A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7CE85-D4FA-5A49-9A4C-E0733ECBF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E4B4C-323E-DA4A-A059-072613FFA8BA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6E1F0-0B2B-BA44-9075-263C3D40E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DE4BB-37CF-9645-A2DA-254E3912F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4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D3DB-0C83-A249-B798-8ACEA49B4C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Subgraph Isomorphism-based QCT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43BC8-DF83-444C-A4CA-37E5A0DA9F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Sanjiang</a:t>
            </a:r>
            <a:r>
              <a:rPr lang="en-US" dirty="0"/>
              <a:t> Li</a:t>
            </a:r>
          </a:p>
          <a:p>
            <a:r>
              <a:rPr lang="en-US" dirty="0"/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1766623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14E77101-34CC-C74E-B69D-1C2790604AC3}"/>
              </a:ext>
            </a:extLst>
          </p:cNvPr>
          <p:cNvSpPr txBox="1"/>
          <p:nvPr/>
        </p:nvSpPr>
        <p:spPr>
          <a:xfrm>
            <a:off x="5455403" y="836908"/>
            <a:ext cx="65712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mapped nodes have already corresponded 1-1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the candidate node v, we should have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degree is not larger than that of 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cannot have more predecessors than 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cannot have more </a:t>
            </a:r>
            <a:r>
              <a:rPr lang="en-US" dirty="0" err="1"/>
              <a:t>nghbrs</a:t>
            </a:r>
            <a:r>
              <a:rPr lang="en-US" dirty="0"/>
              <a:t> in the </a:t>
            </a:r>
            <a:r>
              <a:rPr lang="en-US" dirty="0" err="1"/>
              <a:t>nghbrhood</a:t>
            </a:r>
            <a:r>
              <a:rPr lang="en-US" dirty="0"/>
              <a:t> of the </a:t>
            </a:r>
            <a:r>
              <a:rPr lang="en-US" dirty="0" err="1"/>
              <a:t>gMap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cannot have more successors than 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neighborhood of the </a:t>
            </a:r>
            <a:r>
              <a:rPr lang="en-US" dirty="0" err="1"/>
              <a:t>subMap</a:t>
            </a:r>
            <a:r>
              <a:rPr lang="en-US" dirty="0"/>
              <a:t> should be not larger than that of </a:t>
            </a:r>
            <a:r>
              <a:rPr lang="en-US" dirty="0" err="1"/>
              <a:t>gMap</a:t>
            </a:r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201B48B-C4BA-9847-8748-D1460FB1D519}"/>
              </a:ext>
            </a:extLst>
          </p:cNvPr>
          <p:cNvGrpSpPr/>
          <p:nvPr/>
        </p:nvGrpSpPr>
        <p:grpSpPr>
          <a:xfrm>
            <a:off x="925774" y="910303"/>
            <a:ext cx="5970973" cy="5830537"/>
            <a:chOff x="1968282" y="970479"/>
            <a:chExt cx="3757338" cy="432863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BE1B8B5-D66F-3244-AE6F-3FDFDF2CDF5C}"/>
                </a:ext>
              </a:extLst>
            </p:cNvPr>
            <p:cNvSpPr/>
            <p:nvPr/>
          </p:nvSpPr>
          <p:spPr>
            <a:xfrm>
              <a:off x="2665454" y="3843584"/>
              <a:ext cx="2014883" cy="110873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91A2097-DCC3-094F-BAFD-C615692626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5647" y="4231038"/>
              <a:ext cx="679785" cy="541056"/>
            </a:xfrm>
            <a:prstGeom prst="line">
              <a:avLst/>
            </a:prstGeom>
            <a:ln w="44450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59142F4-6A7B-8E44-8B4D-D40105D794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53166" y="4231038"/>
              <a:ext cx="622482" cy="557950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B51BB7-CCAE-2245-A7CB-608B7A9EEE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3166" y="3351274"/>
              <a:ext cx="495946" cy="864270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E4DC42-4A93-EC45-98BA-E0F8D8870E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9417" y="3350675"/>
              <a:ext cx="806015" cy="841916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1A5200A-83DD-D940-AE99-DDF44C2C48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43097" y="2516358"/>
              <a:ext cx="806015" cy="841916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0FD20D-42CE-7046-B882-0D5A17BF0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9112" y="2440120"/>
              <a:ext cx="403312" cy="918155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FE17BDF-5CE8-684B-B22F-45719117C3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6998" y="3381375"/>
              <a:ext cx="806015" cy="841916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1199338-E46D-AE4B-AF64-ED86C78F9C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2425" y="2440120"/>
              <a:ext cx="402702" cy="1790918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833008-DA7A-DA45-A560-55AA4C3B5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6693" y="2539459"/>
              <a:ext cx="496252" cy="841916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2B01D35-4FA3-FC48-9299-DF129B35E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9180" y="1683104"/>
              <a:ext cx="1008842" cy="733037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FA89455-AD8F-BC4B-BDBC-BB385E8C89B6}"/>
                </a:ext>
              </a:extLst>
            </p:cNvPr>
            <p:cNvSpPr/>
            <p:nvPr/>
          </p:nvSpPr>
          <p:spPr>
            <a:xfrm>
              <a:off x="1968282" y="2241938"/>
              <a:ext cx="2510829" cy="1663638"/>
            </a:xfrm>
            <a:custGeom>
              <a:avLst/>
              <a:gdLst>
                <a:gd name="connsiteX0" fmla="*/ 185980 w 2960177"/>
                <a:gd name="connsiteY0" fmla="*/ 960895 h 1875295"/>
                <a:gd name="connsiteX1" fmla="*/ 185980 w 2960177"/>
                <a:gd name="connsiteY1" fmla="*/ 960895 h 1875295"/>
                <a:gd name="connsiteX2" fmla="*/ 325465 w 2960177"/>
                <a:gd name="connsiteY2" fmla="*/ 976393 h 1875295"/>
                <a:gd name="connsiteX3" fmla="*/ 557939 w 2960177"/>
                <a:gd name="connsiteY3" fmla="*/ 945396 h 1875295"/>
                <a:gd name="connsiteX4" fmla="*/ 604434 w 2960177"/>
                <a:gd name="connsiteY4" fmla="*/ 929898 h 1875295"/>
                <a:gd name="connsiteX5" fmla="*/ 666427 w 2960177"/>
                <a:gd name="connsiteY5" fmla="*/ 914400 h 1875295"/>
                <a:gd name="connsiteX6" fmla="*/ 759417 w 2960177"/>
                <a:gd name="connsiteY6" fmla="*/ 883403 h 1875295"/>
                <a:gd name="connsiteX7" fmla="*/ 805912 w 2960177"/>
                <a:gd name="connsiteY7" fmla="*/ 852406 h 1875295"/>
                <a:gd name="connsiteX8" fmla="*/ 852407 w 2960177"/>
                <a:gd name="connsiteY8" fmla="*/ 836908 h 1875295"/>
                <a:gd name="connsiteX9" fmla="*/ 898902 w 2960177"/>
                <a:gd name="connsiteY9" fmla="*/ 790413 h 1875295"/>
                <a:gd name="connsiteX10" fmla="*/ 1038387 w 2960177"/>
                <a:gd name="connsiteY10" fmla="*/ 697423 h 1875295"/>
                <a:gd name="connsiteX11" fmla="*/ 1131377 w 2960177"/>
                <a:gd name="connsiteY11" fmla="*/ 635430 h 1875295"/>
                <a:gd name="connsiteX12" fmla="*/ 1177872 w 2960177"/>
                <a:gd name="connsiteY12" fmla="*/ 604434 h 1875295"/>
                <a:gd name="connsiteX13" fmla="*/ 1286360 w 2960177"/>
                <a:gd name="connsiteY13" fmla="*/ 557939 h 1875295"/>
                <a:gd name="connsiteX14" fmla="*/ 1332855 w 2960177"/>
                <a:gd name="connsiteY14" fmla="*/ 511444 h 1875295"/>
                <a:gd name="connsiteX15" fmla="*/ 1441343 w 2960177"/>
                <a:gd name="connsiteY15" fmla="*/ 449451 h 1875295"/>
                <a:gd name="connsiteX16" fmla="*/ 1534333 w 2960177"/>
                <a:gd name="connsiteY16" fmla="*/ 387457 h 1875295"/>
                <a:gd name="connsiteX17" fmla="*/ 1627322 w 2960177"/>
                <a:gd name="connsiteY17" fmla="*/ 325464 h 1875295"/>
                <a:gd name="connsiteX18" fmla="*/ 1673817 w 2960177"/>
                <a:gd name="connsiteY18" fmla="*/ 294468 h 1875295"/>
                <a:gd name="connsiteX19" fmla="*/ 1720312 w 2960177"/>
                <a:gd name="connsiteY19" fmla="*/ 263471 h 1875295"/>
                <a:gd name="connsiteX20" fmla="*/ 1766807 w 2960177"/>
                <a:gd name="connsiteY20" fmla="*/ 232474 h 1875295"/>
                <a:gd name="connsiteX21" fmla="*/ 1859797 w 2960177"/>
                <a:gd name="connsiteY21" fmla="*/ 170481 h 1875295"/>
                <a:gd name="connsiteX22" fmla="*/ 1999282 w 2960177"/>
                <a:gd name="connsiteY22" fmla="*/ 92990 h 1875295"/>
                <a:gd name="connsiteX23" fmla="*/ 2107770 w 2960177"/>
                <a:gd name="connsiteY23" fmla="*/ 46495 h 1875295"/>
                <a:gd name="connsiteX24" fmla="*/ 2262753 w 2960177"/>
                <a:gd name="connsiteY24" fmla="*/ 0 h 1875295"/>
                <a:gd name="connsiteX25" fmla="*/ 2650211 w 2960177"/>
                <a:gd name="connsiteY25" fmla="*/ 15498 h 1875295"/>
                <a:gd name="connsiteX26" fmla="*/ 2696705 w 2960177"/>
                <a:gd name="connsiteY26" fmla="*/ 30996 h 1875295"/>
                <a:gd name="connsiteX27" fmla="*/ 2789695 w 2960177"/>
                <a:gd name="connsiteY27" fmla="*/ 92990 h 1875295"/>
                <a:gd name="connsiteX28" fmla="*/ 2851688 w 2960177"/>
                <a:gd name="connsiteY28" fmla="*/ 185979 h 1875295"/>
                <a:gd name="connsiteX29" fmla="*/ 2882685 w 2960177"/>
                <a:gd name="connsiteY29" fmla="*/ 232474 h 1875295"/>
                <a:gd name="connsiteX30" fmla="*/ 2929180 w 2960177"/>
                <a:gd name="connsiteY30" fmla="*/ 340962 h 1875295"/>
                <a:gd name="connsiteX31" fmla="*/ 2960177 w 2960177"/>
                <a:gd name="connsiteY31" fmla="*/ 433952 h 1875295"/>
                <a:gd name="connsiteX32" fmla="*/ 2944678 w 2960177"/>
                <a:gd name="connsiteY32" fmla="*/ 697423 h 1875295"/>
                <a:gd name="connsiteX33" fmla="*/ 2913682 w 2960177"/>
                <a:gd name="connsiteY33" fmla="*/ 790413 h 1875295"/>
                <a:gd name="connsiteX34" fmla="*/ 2851688 w 2960177"/>
                <a:gd name="connsiteY34" fmla="*/ 883403 h 1875295"/>
                <a:gd name="connsiteX35" fmla="*/ 2836190 w 2960177"/>
                <a:gd name="connsiteY35" fmla="*/ 929898 h 1875295"/>
                <a:gd name="connsiteX36" fmla="*/ 2696705 w 2960177"/>
                <a:gd name="connsiteY36" fmla="*/ 1053884 h 1875295"/>
                <a:gd name="connsiteX37" fmla="*/ 2665709 w 2960177"/>
                <a:gd name="connsiteY37" fmla="*/ 1100379 h 1875295"/>
                <a:gd name="connsiteX38" fmla="*/ 2619214 w 2960177"/>
                <a:gd name="connsiteY38" fmla="*/ 1115878 h 1875295"/>
                <a:gd name="connsiteX39" fmla="*/ 2572719 w 2960177"/>
                <a:gd name="connsiteY39" fmla="*/ 1146874 h 1875295"/>
                <a:gd name="connsiteX40" fmla="*/ 2526224 w 2960177"/>
                <a:gd name="connsiteY40" fmla="*/ 1193369 h 1875295"/>
                <a:gd name="connsiteX41" fmla="*/ 2433234 w 2960177"/>
                <a:gd name="connsiteY41" fmla="*/ 1255362 h 1875295"/>
                <a:gd name="connsiteX42" fmla="*/ 2386739 w 2960177"/>
                <a:gd name="connsiteY42" fmla="*/ 1286359 h 1875295"/>
                <a:gd name="connsiteX43" fmla="*/ 2355743 w 2960177"/>
                <a:gd name="connsiteY43" fmla="*/ 1332854 h 1875295"/>
                <a:gd name="connsiteX44" fmla="*/ 2309248 w 2960177"/>
                <a:gd name="connsiteY44" fmla="*/ 1363851 h 1875295"/>
                <a:gd name="connsiteX45" fmla="*/ 2169763 w 2960177"/>
                <a:gd name="connsiteY45" fmla="*/ 1456840 h 1875295"/>
                <a:gd name="connsiteX46" fmla="*/ 2045777 w 2960177"/>
                <a:gd name="connsiteY46" fmla="*/ 1518834 h 1875295"/>
                <a:gd name="connsiteX47" fmla="*/ 1999282 w 2960177"/>
                <a:gd name="connsiteY47" fmla="*/ 1534332 h 1875295"/>
                <a:gd name="connsiteX48" fmla="*/ 1890794 w 2960177"/>
                <a:gd name="connsiteY48" fmla="*/ 1580827 h 1875295"/>
                <a:gd name="connsiteX49" fmla="*/ 1720312 w 2960177"/>
                <a:gd name="connsiteY49" fmla="*/ 1611823 h 1875295"/>
                <a:gd name="connsiteX50" fmla="*/ 1658319 w 2960177"/>
                <a:gd name="connsiteY50" fmla="*/ 1627322 h 1875295"/>
                <a:gd name="connsiteX51" fmla="*/ 1487838 w 2960177"/>
                <a:gd name="connsiteY51" fmla="*/ 1658318 h 1875295"/>
                <a:gd name="connsiteX52" fmla="*/ 1441343 w 2960177"/>
                <a:gd name="connsiteY52" fmla="*/ 1673817 h 1875295"/>
                <a:gd name="connsiteX53" fmla="*/ 1239865 w 2960177"/>
                <a:gd name="connsiteY53" fmla="*/ 1720312 h 1875295"/>
                <a:gd name="connsiteX54" fmla="*/ 1069383 w 2960177"/>
                <a:gd name="connsiteY54" fmla="*/ 1766806 h 1875295"/>
                <a:gd name="connsiteX55" fmla="*/ 1007390 w 2960177"/>
                <a:gd name="connsiteY55" fmla="*/ 1782305 h 1875295"/>
                <a:gd name="connsiteX56" fmla="*/ 914400 w 2960177"/>
                <a:gd name="connsiteY56" fmla="*/ 1813301 h 1875295"/>
                <a:gd name="connsiteX57" fmla="*/ 774916 w 2960177"/>
                <a:gd name="connsiteY57" fmla="*/ 1844298 h 1875295"/>
                <a:gd name="connsiteX58" fmla="*/ 681926 w 2960177"/>
                <a:gd name="connsiteY58" fmla="*/ 1859796 h 1875295"/>
                <a:gd name="connsiteX59" fmla="*/ 511444 w 2960177"/>
                <a:gd name="connsiteY59" fmla="*/ 1875295 h 1875295"/>
                <a:gd name="connsiteX60" fmla="*/ 309966 w 2960177"/>
                <a:gd name="connsiteY60" fmla="*/ 1859796 h 1875295"/>
                <a:gd name="connsiteX61" fmla="*/ 216977 w 2960177"/>
                <a:gd name="connsiteY61" fmla="*/ 1828800 h 1875295"/>
                <a:gd name="connsiteX62" fmla="*/ 123987 w 2960177"/>
                <a:gd name="connsiteY62" fmla="*/ 1751308 h 1875295"/>
                <a:gd name="connsiteX63" fmla="*/ 61994 w 2960177"/>
                <a:gd name="connsiteY63" fmla="*/ 1658318 h 1875295"/>
                <a:gd name="connsiteX64" fmla="*/ 30997 w 2960177"/>
                <a:gd name="connsiteY64" fmla="*/ 1565329 h 1875295"/>
                <a:gd name="connsiteX65" fmla="*/ 15499 w 2960177"/>
                <a:gd name="connsiteY65" fmla="*/ 1518834 h 1875295"/>
                <a:gd name="connsiteX66" fmla="*/ 0 w 2960177"/>
                <a:gd name="connsiteY66" fmla="*/ 1456840 h 1875295"/>
                <a:gd name="connsiteX67" fmla="*/ 15499 w 2960177"/>
                <a:gd name="connsiteY67" fmla="*/ 1146874 h 1875295"/>
                <a:gd name="connsiteX68" fmla="*/ 30997 w 2960177"/>
                <a:gd name="connsiteY68" fmla="*/ 1100379 h 1875295"/>
                <a:gd name="connsiteX69" fmla="*/ 170482 w 2960177"/>
                <a:gd name="connsiteY69" fmla="*/ 991891 h 1875295"/>
                <a:gd name="connsiteX70" fmla="*/ 185980 w 2960177"/>
                <a:gd name="connsiteY70" fmla="*/ 960895 h 1875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2960177" h="1875295">
                  <a:moveTo>
                    <a:pt x="185980" y="960895"/>
                  </a:moveTo>
                  <a:lnTo>
                    <a:pt x="185980" y="960895"/>
                  </a:lnTo>
                  <a:cubicBezTo>
                    <a:pt x="232475" y="966061"/>
                    <a:pt x="278684" y="976393"/>
                    <a:pt x="325465" y="976393"/>
                  </a:cubicBezTo>
                  <a:cubicBezTo>
                    <a:pt x="416881" y="976393"/>
                    <a:pt x="478021" y="968230"/>
                    <a:pt x="557939" y="945396"/>
                  </a:cubicBezTo>
                  <a:cubicBezTo>
                    <a:pt x="573647" y="940908"/>
                    <a:pt x="588726" y="934386"/>
                    <a:pt x="604434" y="929898"/>
                  </a:cubicBezTo>
                  <a:cubicBezTo>
                    <a:pt x="624915" y="924046"/>
                    <a:pt x="646025" y="920521"/>
                    <a:pt x="666427" y="914400"/>
                  </a:cubicBezTo>
                  <a:cubicBezTo>
                    <a:pt x="697722" y="905011"/>
                    <a:pt x="759417" y="883403"/>
                    <a:pt x="759417" y="883403"/>
                  </a:cubicBezTo>
                  <a:cubicBezTo>
                    <a:pt x="774915" y="873071"/>
                    <a:pt x="789252" y="860736"/>
                    <a:pt x="805912" y="852406"/>
                  </a:cubicBezTo>
                  <a:cubicBezTo>
                    <a:pt x="820524" y="845100"/>
                    <a:pt x="838814" y="845970"/>
                    <a:pt x="852407" y="836908"/>
                  </a:cubicBezTo>
                  <a:cubicBezTo>
                    <a:pt x="870644" y="824750"/>
                    <a:pt x="882261" y="804677"/>
                    <a:pt x="898902" y="790413"/>
                  </a:cubicBezTo>
                  <a:cubicBezTo>
                    <a:pt x="957288" y="740368"/>
                    <a:pt x="971056" y="740270"/>
                    <a:pt x="1038387" y="697423"/>
                  </a:cubicBezTo>
                  <a:cubicBezTo>
                    <a:pt x="1069816" y="677423"/>
                    <a:pt x="1100380" y="656094"/>
                    <a:pt x="1131377" y="635430"/>
                  </a:cubicBezTo>
                  <a:cubicBezTo>
                    <a:pt x="1146875" y="625098"/>
                    <a:pt x="1161212" y="612764"/>
                    <a:pt x="1177872" y="604434"/>
                  </a:cubicBezTo>
                  <a:cubicBezTo>
                    <a:pt x="1254477" y="566131"/>
                    <a:pt x="1217947" y="580743"/>
                    <a:pt x="1286360" y="557939"/>
                  </a:cubicBezTo>
                  <a:cubicBezTo>
                    <a:pt x="1301858" y="542441"/>
                    <a:pt x="1316017" y="525476"/>
                    <a:pt x="1332855" y="511444"/>
                  </a:cubicBezTo>
                  <a:cubicBezTo>
                    <a:pt x="1365718" y="484058"/>
                    <a:pt x="1403440" y="468402"/>
                    <a:pt x="1441343" y="449451"/>
                  </a:cubicBezTo>
                  <a:cubicBezTo>
                    <a:pt x="1544527" y="346267"/>
                    <a:pt x="1433402" y="443531"/>
                    <a:pt x="1534333" y="387457"/>
                  </a:cubicBezTo>
                  <a:cubicBezTo>
                    <a:pt x="1566898" y="369365"/>
                    <a:pt x="1596326" y="346128"/>
                    <a:pt x="1627322" y="325464"/>
                  </a:cubicBezTo>
                  <a:lnTo>
                    <a:pt x="1673817" y="294468"/>
                  </a:lnTo>
                  <a:lnTo>
                    <a:pt x="1720312" y="263471"/>
                  </a:lnTo>
                  <a:cubicBezTo>
                    <a:pt x="1735810" y="253139"/>
                    <a:pt x="1753636" y="245645"/>
                    <a:pt x="1766807" y="232474"/>
                  </a:cubicBezTo>
                  <a:cubicBezTo>
                    <a:pt x="1824854" y="174427"/>
                    <a:pt x="1792509" y="192910"/>
                    <a:pt x="1859797" y="170481"/>
                  </a:cubicBezTo>
                  <a:cubicBezTo>
                    <a:pt x="1966380" y="99426"/>
                    <a:pt x="1917445" y="120268"/>
                    <a:pt x="1999282" y="92990"/>
                  </a:cubicBezTo>
                  <a:cubicBezTo>
                    <a:pt x="2073048" y="43812"/>
                    <a:pt x="2016788" y="73790"/>
                    <a:pt x="2107770" y="46495"/>
                  </a:cubicBezTo>
                  <a:cubicBezTo>
                    <a:pt x="2296432" y="-10104"/>
                    <a:pt x="2119866" y="35721"/>
                    <a:pt x="2262753" y="0"/>
                  </a:cubicBezTo>
                  <a:cubicBezTo>
                    <a:pt x="2391906" y="5166"/>
                    <a:pt x="2521284" y="6289"/>
                    <a:pt x="2650211" y="15498"/>
                  </a:cubicBezTo>
                  <a:cubicBezTo>
                    <a:pt x="2666506" y="16662"/>
                    <a:pt x="2682425" y="23062"/>
                    <a:pt x="2696705" y="30996"/>
                  </a:cubicBezTo>
                  <a:cubicBezTo>
                    <a:pt x="2729270" y="49088"/>
                    <a:pt x="2789695" y="92990"/>
                    <a:pt x="2789695" y="92990"/>
                  </a:cubicBezTo>
                  <a:lnTo>
                    <a:pt x="2851688" y="185979"/>
                  </a:lnTo>
                  <a:lnTo>
                    <a:pt x="2882685" y="232474"/>
                  </a:lnTo>
                  <a:cubicBezTo>
                    <a:pt x="2923681" y="396464"/>
                    <a:pt x="2868021" y="203356"/>
                    <a:pt x="2929180" y="340962"/>
                  </a:cubicBezTo>
                  <a:cubicBezTo>
                    <a:pt x="2942450" y="370819"/>
                    <a:pt x="2960177" y="433952"/>
                    <a:pt x="2960177" y="433952"/>
                  </a:cubicBezTo>
                  <a:cubicBezTo>
                    <a:pt x="2955011" y="521776"/>
                    <a:pt x="2956057" y="610186"/>
                    <a:pt x="2944678" y="697423"/>
                  </a:cubicBezTo>
                  <a:cubicBezTo>
                    <a:pt x="2940452" y="729822"/>
                    <a:pt x="2931806" y="763227"/>
                    <a:pt x="2913682" y="790413"/>
                  </a:cubicBezTo>
                  <a:lnTo>
                    <a:pt x="2851688" y="883403"/>
                  </a:lnTo>
                  <a:cubicBezTo>
                    <a:pt x="2846522" y="898901"/>
                    <a:pt x="2846220" y="917003"/>
                    <a:pt x="2836190" y="929898"/>
                  </a:cubicBezTo>
                  <a:cubicBezTo>
                    <a:pt x="2779026" y="1003395"/>
                    <a:pt x="2758855" y="1012452"/>
                    <a:pt x="2696705" y="1053884"/>
                  </a:cubicBezTo>
                  <a:cubicBezTo>
                    <a:pt x="2686373" y="1069382"/>
                    <a:pt x="2680254" y="1088743"/>
                    <a:pt x="2665709" y="1100379"/>
                  </a:cubicBezTo>
                  <a:cubicBezTo>
                    <a:pt x="2652952" y="1110585"/>
                    <a:pt x="2633826" y="1108572"/>
                    <a:pt x="2619214" y="1115878"/>
                  </a:cubicBezTo>
                  <a:cubicBezTo>
                    <a:pt x="2602554" y="1124208"/>
                    <a:pt x="2587028" y="1134950"/>
                    <a:pt x="2572719" y="1146874"/>
                  </a:cubicBezTo>
                  <a:cubicBezTo>
                    <a:pt x="2555881" y="1160905"/>
                    <a:pt x="2543525" y="1179913"/>
                    <a:pt x="2526224" y="1193369"/>
                  </a:cubicBezTo>
                  <a:cubicBezTo>
                    <a:pt x="2496818" y="1216240"/>
                    <a:pt x="2464231" y="1234698"/>
                    <a:pt x="2433234" y="1255362"/>
                  </a:cubicBezTo>
                  <a:lnTo>
                    <a:pt x="2386739" y="1286359"/>
                  </a:lnTo>
                  <a:cubicBezTo>
                    <a:pt x="2376407" y="1301857"/>
                    <a:pt x="2368914" y="1319683"/>
                    <a:pt x="2355743" y="1332854"/>
                  </a:cubicBezTo>
                  <a:cubicBezTo>
                    <a:pt x="2342572" y="1346025"/>
                    <a:pt x="2324405" y="1353024"/>
                    <a:pt x="2309248" y="1363851"/>
                  </a:cubicBezTo>
                  <a:cubicBezTo>
                    <a:pt x="2235574" y="1416475"/>
                    <a:pt x="2254922" y="1410985"/>
                    <a:pt x="2169763" y="1456840"/>
                  </a:cubicBezTo>
                  <a:cubicBezTo>
                    <a:pt x="2129079" y="1478747"/>
                    <a:pt x="2089613" y="1504222"/>
                    <a:pt x="2045777" y="1518834"/>
                  </a:cubicBezTo>
                  <a:cubicBezTo>
                    <a:pt x="2030279" y="1524000"/>
                    <a:pt x="2014298" y="1527897"/>
                    <a:pt x="1999282" y="1534332"/>
                  </a:cubicBezTo>
                  <a:cubicBezTo>
                    <a:pt x="1937186" y="1560944"/>
                    <a:pt x="1948946" y="1566289"/>
                    <a:pt x="1890794" y="1580827"/>
                  </a:cubicBezTo>
                  <a:cubicBezTo>
                    <a:pt x="1824301" y="1597450"/>
                    <a:pt x="1789406" y="1598004"/>
                    <a:pt x="1720312" y="1611823"/>
                  </a:cubicBezTo>
                  <a:cubicBezTo>
                    <a:pt x="1699425" y="1616000"/>
                    <a:pt x="1679206" y="1623145"/>
                    <a:pt x="1658319" y="1627322"/>
                  </a:cubicBezTo>
                  <a:cubicBezTo>
                    <a:pt x="1589232" y="1641140"/>
                    <a:pt x="1554325" y="1641696"/>
                    <a:pt x="1487838" y="1658318"/>
                  </a:cubicBezTo>
                  <a:cubicBezTo>
                    <a:pt x="1471989" y="1662280"/>
                    <a:pt x="1457192" y="1669855"/>
                    <a:pt x="1441343" y="1673817"/>
                  </a:cubicBezTo>
                  <a:cubicBezTo>
                    <a:pt x="1342967" y="1698411"/>
                    <a:pt x="1355624" y="1681727"/>
                    <a:pt x="1239865" y="1720312"/>
                  </a:cubicBezTo>
                  <a:cubicBezTo>
                    <a:pt x="1152951" y="1749283"/>
                    <a:pt x="1209229" y="1731844"/>
                    <a:pt x="1069383" y="1766806"/>
                  </a:cubicBezTo>
                  <a:cubicBezTo>
                    <a:pt x="1048719" y="1771972"/>
                    <a:pt x="1027597" y="1775569"/>
                    <a:pt x="1007390" y="1782305"/>
                  </a:cubicBezTo>
                  <a:cubicBezTo>
                    <a:pt x="976393" y="1792637"/>
                    <a:pt x="946098" y="1805376"/>
                    <a:pt x="914400" y="1813301"/>
                  </a:cubicBezTo>
                  <a:cubicBezTo>
                    <a:pt x="848061" y="1829887"/>
                    <a:pt x="847065" y="1831180"/>
                    <a:pt x="774916" y="1844298"/>
                  </a:cubicBezTo>
                  <a:cubicBezTo>
                    <a:pt x="743999" y="1849919"/>
                    <a:pt x="713135" y="1856124"/>
                    <a:pt x="681926" y="1859796"/>
                  </a:cubicBezTo>
                  <a:cubicBezTo>
                    <a:pt x="625255" y="1866463"/>
                    <a:pt x="568271" y="1870129"/>
                    <a:pt x="511444" y="1875295"/>
                  </a:cubicBezTo>
                  <a:cubicBezTo>
                    <a:pt x="444285" y="1870129"/>
                    <a:pt x="376499" y="1870301"/>
                    <a:pt x="309966" y="1859796"/>
                  </a:cubicBezTo>
                  <a:cubicBezTo>
                    <a:pt x="277693" y="1854700"/>
                    <a:pt x="216977" y="1828800"/>
                    <a:pt x="216977" y="1828800"/>
                  </a:cubicBezTo>
                  <a:cubicBezTo>
                    <a:pt x="175649" y="1801248"/>
                    <a:pt x="156114" y="1792615"/>
                    <a:pt x="123987" y="1751308"/>
                  </a:cubicBezTo>
                  <a:cubicBezTo>
                    <a:pt x="101116" y="1721902"/>
                    <a:pt x="73775" y="1693660"/>
                    <a:pt x="61994" y="1658318"/>
                  </a:cubicBezTo>
                  <a:lnTo>
                    <a:pt x="30997" y="1565329"/>
                  </a:lnTo>
                  <a:cubicBezTo>
                    <a:pt x="25831" y="1549831"/>
                    <a:pt x="19461" y="1534683"/>
                    <a:pt x="15499" y="1518834"/>
                  </a:cubicBezTo>
                  <a:lnTo>
                    <a:pt x="0" y="1456840"/>
                  </a:lnTo>
                  <a:cubicBezTo>
                    <a:pt x="5166" y="1353518"/>
                    <a:pt x="6537" y="1249936"/>
                    <a:pt x="15499" y="1146874"/>
                  </a:cubicBezTo>
                  <a:cubicBezTo>
                    <a:pt x="16914" y="1130599"/>
                    <a:pt x="21935" y="1113972"/>
                    <a:pt x="30997" y="1100379"/>
                  </a:cubicBezTo>
                  <a:cubicBezTo>
                    <a:pt x="60132" y="1056677"/>
                    <a:pt x="133535" y="1016522"/>
                    <a:pt x="170482" y="991891"/>
                  </a:cubicBezTo>
                  <a:lnTo>
                    <a:pt x="185980" y="960895"/>
                  </a:lnTo>
                  <a:close/>
                </a:path>
              </a:pathLst>
            </a:custGeom>
            <a:solidFill>
              <a:srgbClr val="FF0000">
                <a:alpha val="47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591CCFF-FF5D-9F42-B752-71E735EEFF92}"/>
                </a:ext>
              </a:extLst>
            </p:cNvPr>
            <p:cNvSpPr/>
            <p:nvPr/>
          </p:nvSpPr>
          <p:spPr>
            <a:xfrm>
              <a:off x="2541566" y="1550107"/>
              <a:ext cx="604388" cy="1246732"/>
            </a:xfrm>
            <a:custGeom>
              <a:avLst/>
              <a:gdLst>
                <a:gd name="connsiteX0" fmla="*/ 449450 w 1224366"/>
                <a:gd name="connsiteY0" fmla="*/ 108488 h 1472339"/>
                <a:gd name="connsiteX1" fmla="*/ 449450 w 1224366"/>
                <a:gd name="connsiteY1" fmla="*/ 108488 h 1472339"/>
                <a:gd name="connsiteX2" fmla="*/ 309966 w 1224366"/>
                <a:gd name="connsiteY2" fmla="*/ 263471 h 1472339"/>
                <a:gd name="connsiteX3" fmla="*/ 247973 w 1224366"/>
                <a:gd name="connsiteY3" fmla="*/ 356461 h 1472339"/>
                <a:gd name="connsiteX4" fmla="*/ 185979 w 1224366"/>
                <a:gd name="connsiteY4" fmla="*/ 480447 h 1472339"/>
                <a:gd name="connsiteX5" fmla="*/ 170481 w 1224366"/>
                <a:gd name="connsiteY5" fmla="*/ 542441 h 1472339"/>
                <a:gd name="connsiteX6" fmla="*/ 154983 w 1224366"/>
                <a:gd name="connsiteY6" fmla="*/ 588936 h 1472339"/>
                <a:gd name="connsiteX7" fmla="*/ 92989 w 1224366"/>
                <a:gd name="connsiteY7" fmla="*/ 697424 h 1472339"/>
                <a:gd name="connsiteX8" fmla="*/ 46495 w 1224366"/>
                <a:gd name="connsiteY8" fmla="*/ 852407 h 1472339"/>
                <a:gd name="connsiteX9" fmla="*/ 15498 w 1224366"/>
                <a:gd name="connsiteY9" fmla="*/ 945397 h 1472339"/>
                <a:gd name="connsiteX10" fmla="*/ 0 w 1224366"/>
                <a:gd name="connsiteY10" fmla="*/ 1007390 h 1472339"/>
                <a:gd name="connsiteX11" fmla="*/ 30996 w 1224366"/>
                <a:gd name="connsiteY11" fmla="*/ 1239864 h 1472339"/>
                <a:gd name="connsiteX12" fmla="*/ 92989 w 1224366"/>
                <a:gd name="connsiteY12" fmla="*/ 1332854 h 1472339"/>
                <a:gd name="connsiteX13" fmla="*/ 139484 w 1224366"/>
                <a:gd name="connsiteY13" fmla="*/ 1363851 h 1472339"/>
                <a:gd name="connsiteX14" fmla="*/ 170481 w 1224366"/>
                <a:gd name="connsiteY14" fmla="*/ 1410346 h 1472339"/>
                <a:gd name="connsiteX15" fmla="*/ 216976 w 1224366"/>
                <a:gd name="connsiteY15" fmla="*/ 1425844 h 1472339"/>
                <a:gd name="connsiteX16" fmla="*/ 325464 w 1224366"/>
                <a:gd name="connsiteY16" fmla="*/ 1472339 h 1472339"/>
                <a:gd name="connsiteX17" fmla="*/ 681925 w 1224366"/>
                <a:gd name="connsiteY17" fmla="*/ 1456841 h 1472339"/>
                <a:gd name="connsiteX18" fmla="*/ 774915 w 1224366"/>
                <a:gd name="connsiteY18" fmla="*/ 1425844 h 1472339"/>
                <a:gd name="connsiteX19" fmla="*/ 914400 w 1224366"/>
                <a:gd name="connsiteY19" fmla="*/ 1348353 h 1472339"/>
                <a:gd name="connsiteX20" fmla="*/ 929898 w 1224366"/>
                <a:gd name="connsiteY20" fmla="*/ 1301858 h 1472339"/>
                <a:gd name="connsiteX21" fmla="*/ 991891 w 1224366"/>
                <a:gd name="connsiteY21" fmla="*/ 1208868 h 1472339"/>
                <a:gd name="connsiteX22" fmla="*/ 1038386 w 1224366"/>
                <a:gd name="connsiteY22" fmla="*/ 1100380 h 1472339"/>
                <a:gd name="connsiteX23" fmla="*/ 1100379 w 1224366"/>
                <a:gd name="connsiteY23" fmla="*/ 1007390 h 1472339"/>
                <a:gd name="connsiteX24" fmla="*/ 1146874 w 1224366"/>
                <a:gd name="connsiteY24" fmla="*/ 914400 h 1472339"/>
                <a:gd name="connsiteX25" fmla="*/ 1177871 w 1224366"/>
                <a:gd name="connsiteY25" fmla="*/ 821410 h 1472339"/>
                <a:gd name="connsiteX26" fmla="*/ 1193369 w 1224366"/>
                <a:gd name="connsiteY26" fmla="*/ 526942 h 1472339"/>
                <a:gd name="connsiteX27" fmla="*/ 1208867 w 1224366"/>
                <a:gd name="connsiteY27" fmla="*/ 418454 h 1472339"/>
                <a:gd name="connsiteX28" fmla="*/ 1224366 w 1224366"/>
                <a:gd name="connsiteY28" fmla="*/ 294468 h 1472339"/>
                <a:gd name="connsiteX29" fmla="*/ 1193369 w 1224366"/>
                <a:gd name="connsiteY29" fmla="*/ 139485 h 1472339"/>
                <a:gd name="connsiteX30" fmla="*/ 1131376 w 1224366"/>
                <a:gd name="connsiteY30" fmla="*/ 46495 h 1472339"/>
                <a:gd name="connsiteX31" fmla="*/ 1038386 w 1224366"/>
                <a:gd name="connsiteY31" fmla="*/ 0 h 1472339"/>
                <a:gd name="connsiteX32" fmla="*/ 635430 w 1224366"/>
                <a:gd name="connsiteY32" fmla="*/ 30997 h 1472339"/>
                <a:gd name="connsiteX33" fmla="*/ 588935 w 1224366"/>
                <a:gd name="connsiteY33" fmla="*/ 46495 h 1472339"/>
                <a:gd name="connsiteX34" fmla="*/ 542440 w 1224366"/>
                <a:gd name="connsiteY34" fmla="*/ 77492 h 1472339"/>
                <a:gd name="connsiteX35" fmla="*/ 449450 w 1224366"/>
                <a:gd name="connsiteY35" fmla="*/ 108488 h 1472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224366" h="1472339">
                  <a:moveTo>
                    <a:pt x="449450" y="108488"/>
                  </a:moveTo>
                  <a:lnTo>
                    <a:pt x="449450" y="108488"/>
                  </a:lnTo>
                  <a:cubicBezTo>
                    <a:pt x="279026" y="254566"/>
                    <a:pt x="383797" y="140419"/>
                    <a:pt x="309966" y="263471"/>
                  </a:cubicBezTo>
                  <a:cubicBezTo>
                    <a:pt x="290799" y="295416"/>
                    <a:pt x="247973" y="356461"/>
                    <a:pt x="247973" y="356461"/>
                  </a:cubicBezTo>
                  <a:cubicBezTo>
                    <a:pt x="209913" y="508692"/>
                    <a:pt x="265015" y="322373"/>
                    <a:pt x="185979" y="480447"/>
                  </a:cubicBezTo>
                  <a:cubicBezTo>
                    <a:pt x="176453" y="499499"/>
                    <a:pt x="176333" y="521960"/>
                    <a:pt x="170481" y="542441"/>
                  </a:cubicBezTo>
                  <a:cubicBezTo>
                    <a:pt x="165993" y="558149"/>
                    <a:pt x="161418" y="573920"/>
                    <a:pt x="154983" y="588936"/>
                  </a:cubicBezTo>
                  <a:cubicBezTo>
                    <a:pt x="131388" y="643992"/>
                    <a:pt x="124118" y="650731"/>
                    <a:pt x="92989" y="697424"/>
                  </a:cubicBezTo>
                  <a:cubicBezTo>
                    <a:pt x="69568" y="791108"/>
                    <a:pt x="84224" y="739219"/>
                    <a:pt x="46495" y="852407"/>
                  </a:cubicBezTo>
                  <a:lnTo>
                    <a:pt x="15498" y="945397"/>
                  </a:lnTo>
                  <a:lnTo>
                    <a:pt x="0" y="1007390"/>
                  </a:lnTo>
                  <a:cubicBezTo>
                    <a:pt x="1099" y="1020579"/>
                    <a:pt x="-36" y="1184006"/>
                    <a:pt x="30996" y="1239864"/>
                  </a:cubicBezTo>
                  <a:cubicBezTo>
                    <a:pt x="49088" y="1272429"/>
                    <a:pt x="61992" y="1312189"/>
                    <a:pt x="92989" y="1332854"/>
                  </a:cubicBezTo>
                  <a:lnTo>
                    <a:pt x="139484" y="1363851"/>
                  </a:lnTo>
                  <a:cubicBezTo>
                    <a:pt x="149816" y="1379349"/>
                    <a:pt x="155936" y="1398710"/>
                    <a:pt x="170481" y="1410346"/>
                  </a:cubicBezTo>
                  <a:cubicBezTo>
                    <a:pt x="183238" y="1420551"/>
                    <a:pt x="202364" y="1418538"/>
                    <a:pt x="216976" y="1425844"/>
                  </a:cubicBezTo>
                  <a:cubicBezTo>
                    <a:pt x="324007" y="1479359"/>
                    <a:pt x="196442" y="1440084"/>
                    <a:pt x="325464" y="1472339"/>
                  </a:cubicBezTo>
                  <a:cubicBezTo>
                    <a:pt x="444284" y="1467173"/>
                    <a:pt x="563624" y="1469079"/>
                    <a:pt x="681925" y="1456841"/>
                  </a:cubicBezTo>
                  <a:cubicBezTo>
                    <a:pt x="714425" y="1453479"/>
                    <a:pt x="774915" y="1425844"/>
                    <a:pt x="774915" y="1425844"/>
                  </a:cubicBezTo>
                  <a:cubicBezTo>
                    <a:pt x="881498" y="1354789"/>
                    <a:pt x="832563" y="1375631"/>
                    <a:pt x="914400" y="1348353"/>
                  </a:cubicBezTo>
                  <a:cubicBezTo>
                    <a:pt x="919566" y="1332855"/>
                    <a:pt x="921964" y="1316139"/>
                    <a:pt x="929898" y="1301858"/>
                  </a:cubicBezTo>
                  <a:cubicBezTo>
                    <a:pt x="947990" y="1269293"/>
                    <a:pt x="980111" y="1244210"/>
                    <a:pt x="991891" y="1208868"/>
                  </a:cubicBezTo>
                  <a:cubicBezTo>
                    <a:pt x="1007925" y="1160766"/>
                    <a:pt x="1009657" y="1148261"/>
                    <a:pt x="1038386" y="1100380"/>
                  </a:cubicBezTo>
                  <a:cubicBezTo>
                    <a:pt x="1057553" y="1068436"/>
                    <a:pt x="1088598" y="1042731"/>
                    <a:pt x="1100379" y="1007390"/>
                  </a:cubicBezTo>
                  <a:cubicBezTo>
                    <a:pt x="1156908" y="837812"/>
                    <a:pt x="1066752" y="1094676"/>
                    <a:pt x="1146874" y="914400"/>
                  </a:cubicBezTo>
                  <a:cubicBezTo>
                    <a:pt x="1160144" y="884543"/>
                    <a:pt x="1177871" y="821410"/>
                    <a:pt x="1177871" y="821410"/>
                  </a:cubicBezTo>
                  <a:cubicBezTo>
                    <a:pt x="1183037" y="723254"/>
                    <a:pt x="1185831" y="624944"/>
                    <a:pt x="1193369" y="526942"/>
                  </a:cubicBezTo>
                  <a:cubicBezTo>
                    <a:pt x="1196171" y="490520"/>
                    <a:pt x="1204039" y="454663"/>
                    <a:pt x="1208867" y="418454"/>
                  </a:cubicBezTo>
                  <a:cubicBezTo>
                    <a:pt x="1214372" y="377169"/>
                    <a:pt x="1219200" y="335797"/>
                    <a:pt x="1224366" y="294468"/>
                  </a:cubicBezTo>
                  <a:cubicBezTo>
                    <a:pt x="1220516" y="267519"/>
                    <a:pt x="1214176" y="176937"/>
                    <a:pt x="1193369" y="139485"/>
                  </a:cubicBezTo>
                  <a:cubicBezTo>
                    <a:pt x="1175277" y="106920"/>
                    <a:pt x="1162373" y="67160"/>
                    <a:pt x="1131376" y="46495"/>
                  </a:cubicBezTo>
                  <a:cubicBezTo>
                    <a:pt x="1071288" y="6436"/>
                    <a:pt x="1102552" y="21388"/>
                    <a:pt x="1038386" y="0"/>
                  </a:cubicBezTo>
                  <a:cubicBezTo>
                    <a:pt x="922130" y="6119"/>
                    <a:pt x="761433" y="5796"/>
                    <a:pt x="635430" y="30997"/>
                  </a:cubicBezTo>
                  <a:cubicBezTo>
                    <a:pt x="619411" y="34201"/>
                    <a:pt x="604433" y="41329"/>
                    <a:pt x="588935" y="46495"/>
                  </a:cubicBezTo>
                  <a:cubicBezTo>
                    <a:pt x="573437" y="56827"/>
                    <a:pt x="559461" y="69927"/>
                    <a:pt x="542440" y="77492"/>
                  </a:cubicBezTo>
                  <a:cubicBezTo>
                    <a:pt x="422534" y="130783"/>
                    <a:pt x="464948" y="103322"/>
                    <a:pt x="449450" y="108488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D370C4-F3D0-8F4A-8576-49824C61D07C}"/>
                </a:ext>
              </a:extLst>
            </p:cNvPr>
            <p:cNvSpPr txBox="1"/>
            <p:nvPr/>
          </p:nvSpPr>
          <p:spPr>
            <a:xfrm>
              <a:off x="3433601" y="4929784"/>
              <a:ext cx="15969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mapped nodes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73E4C4B-FAC7-8048-853E-74487F134692}"/>
                </a:ext>
              </a:extLst>
            </p:cNvPr>
            <p:cNvSpPr txBox="1"/>
            <p:nvPr/>
          </p:nvSpPr>
          <p:spPr>
            <a:xfrm>
              <a:off x="4339984" y="3091064"/>
              <a:ext cx="13856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unmapped </a:t>
              </a:r>
            </a:p>
            <a:p>
              <a:r>
                <a:rPr lang="en-US" i="1" dirty="0" err="1"/>
                <a:t>nghbr</a:t>
              </a:r>
              <a:r>
                <a:rPr lang="en-US" i="1" dirty="0"/>
                <a:t>. nodes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9C4F6D8-3AF1-F346-992D-B5FDF39C5C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2792" y="2430465"/>
              <a:ext cx="1194771" cy="78146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526B298-BFAB-184E-BBBF-BCD343DAC7FF}"/>
                </a:ext>
              </a:extLst>
            </p:cNvPr>
            <p:cNvSpPr txBox="1"/>
            <p:nvPr/>
          </p:nvSpPr>
          <p:spPr>
            <a:xfrm rot="18773169">
              <a:off x="1815532" y="1535120"/>
              <a:ext cx="1361692" cy="2324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other </a:t>
              </a:r>
              <a:r>
                <a:rPr lang="en-US" i="1" dirty="0" err="1"/>
                <a:t>nghbrs</a:t>
              </a:r>
              <a:r>
                <a:rPr lang="en-US" i="1" dirty="0"/>
                <a:t> of  v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46D7D8C-1B64-3A41-95E5-CFDF499322F4}"/>
                </a:ext>
              </a:extLst>
            </p:cNvPr>
            <p:cNvSpPr txBox="1"/>
            <p:nvPr/>
          </p:nvSpPr>
          <p:spPr>
            <a:xfrm>
              <a:off x="3917488" y="1883981"/>
              <a:ext cx="320487" cy="434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80FE1F2-2428-8049-BC64-B43EE45ABCC7}"/>
                </a:ext>
              </a:extLst>
            </p:cNvPr>
            <p:cNvSpPr txBox="1"/>
            <p:nvPr/>
          </p:nvSpPr>
          <p:spPr>
            <a:xfrm>
              <a:off x="3145252" y="4429538"/>
              <a:ext cx="3898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FE09E8E-6FEA-524F-B007-FCA1E4E3E653}"/>
                </a:ext>
              </a:extLst>
            </p:cNvPr>
            <p:cNvSpPr txBox="1"/>
            <p:nvPr/>
          </p:nvSpPr>
          <p:spPr>
            <a:xfrm>
              <a:off x="3107288" y="3872799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169BC08-8BAB-924E-82AC-0E3A83B7F7D8}"/>
                </a:ext>
              </a:extLst>
            </p:cNvPr>
            <p:cNvSpPr txBox="1"/>
            <p:nvPr/>
          </p:nvSpPr>
          <p:spPr>
            <a:xfrm>
              <a:off x="4151282" y="4166748"/>
              <a:ext cx="3674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96AA19A-0B7E-1244-BC2C-CA07FFAD364F}"/>
                </a:ext>
              </a:extLst>
            </p:cNvPr>
            <p:cNvSpPr txBox="1"/>
            <p:nvPr/>
          </p:nvSpPr>
          <p:spPr>
            <a:xfrm>
              <a:off x="3042617" y="308000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7ED61E8-334E-5F41-8343-F42B459DD481}"/>
                </a:ext>
              </a:extLst>
            </p:cNvPr>
            <p:cNvSpPr txBox="1"/>
            <p:nvPr/>
          </p:nvSpPr>
          <p:spPr>
            <a:xfrm>
              <a:off x="2359826" y="3035599"/>
              <a:ext cx="3674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F7EDE0F-D476-E249-801A-CAA9D4499B56}"/>
                </a:ext>
              </a:extLst>
            </p:cNvPr>
            <p:cNvSpPr txBox="1"/>
            <p:nvPr/>
          </p:nvSpPr>
          <p:spPr>
            <a:xfrm>
              <a:off x="2607646" y="1988854"/>
              <a:ext cx="57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C26C010-8982-CA43-B3EE-CE6602950D9E}"/>
                </a:ext>
              </a:extLst>
            </p:cNvPr>
            <p:cNvSpPr txBox="1"/>
            <p:nvPr/>
          </p:nvSpPr>
          <p:spPr>
            <a:xfrm>
              <a:off x="3028771" y="10188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Donut 53">
              <a:extLst>
                <a:ext uri="{FF2B5EF4-FFF2-40B4-BE49-F238E27FC236}">
                  <a16:creationId xmlns:a16="http://schemas.microsoft.com/office/drawing/2014/main" id="{3FD7ADD9-6E61-004C-BCC6-0269A424EAB7}"/>
                </a:ext>
              </a:extLst>
            </p:cNvPr>
            <p:cNvSpPr/>
            <p:nvPr/>
          </p:nvSpPr>
          <p:spPr>
            <a:xfrm>
              <a:off x="3801770" y="2309093"/>
              <a:ext cx="251818" cy="269746"/>
            </a:xfrm>
            <a:prstGeom prst="donut">
              <a:avLst/>
            </a:prstGeom>
            <a:solidFill>
              <a:schemeClr val="accent2">
                <a:alpha val="4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765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F3EB-55A3-D028-CB7E-78329863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1189" cy="1325563"/>
          </a:xfrm>
        </p:spPr>
        <p:txBody>
          <a:bodyPr/>
          <a:lstStyle/>
          <a:p>
            <a:r>
              <a:rPr lang="en-AU" dirty="0"/>
              <a:t>Subgraph Isomorphism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B8EFD5-41BB-7D12-E269-1DA6AF15392B}"/>
              </a:ext>
            </a:extLst>
          </p:cNvPr>
          <p:cNvGrpSpPr/>
          <p:nvPr/>
        </p:nvGrpSpPr>
        <p:grpSpPr>
          <a:xfrm>
            <a:off x="8647054" y="537169"/>
            <a:ext cx="2515786" cy="2344552"/>
            <a:chOff x="8247336" y="672661"/>
            <a:chExt cx="1417009" cy="134129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23F6C9-6188-192F-7EDE-6F636EEA9C49}"/>
                </a:ext>
              </a:extLst>
            </p:cNvPr>
            <p:cNvSpPr/>
            <p:nvPr/>
          </p:nvSpPr>
          <p:spPr>
            <a:xfrm>
              <a:off x="8247336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4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235237-8169-4555-B7A4-ACC23A3EB1DB}"/>
                </a:ext>
              </a:extLst>
            </p:cNvPr>
            <p:cNvSpPr/>
            <p:nvPr/>
          </p:nvSpPr>
          <p:spPr>
            <a:xfrm>
              <a:off x="8837580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38180DC-FB40-D38E-0224-43386C2180B0}"/>
                </a:ext>
              </a:extLst>
            </p:cNvPr>
            <p:cNvSpPr/>
            <p:nvPr/>
          </p:nvSpPr>
          <p:spPr>
            <a:xfrm>
              <a:off x="8839283" y="1798519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36A5270-A152-584E-1B46-1357DE141E3E}"/>
                </a:ext>
              </a:extLst>
            </p:cNvPr>
            <p:cNvSpPr/>
            <p:nvPr/>
          </p:nvSpPr>
          <p:spPr>
            <a:xfrm>
              <a:off x="8253801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6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6A4F7C-3DA5-4221-DF5A-E4B0522DE622}"/>
                </a:ext>
              </a:extLst>
            </p:cNvPr>
            <p:cNvSpPr/>
            <p:nvPr/>
          </p:nvSpPr>
          <p:spPr>
            <a:xfrm>
              <a:off x="8834288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25E80-8850-0189-1CEF-C44B85F79F8B}"/>
                </a:ext>
              </a:extLst>
            </p:cNvPr>
            <p:cNvSpPr/>
            <p:nvPr/>
          </p:nvSpPr>
          <p:spPr>
            <a:xfrm>
              <a:off x="9433117" y="1803750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5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CC8ADA8-0667-F343-7380-315682BF84E4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478564" y="777765"/>
              <a:ext cx="35901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2D1968-0998-F722-DFCB-26ACF170E44D}"/>
                </a:ext>
              </a:extLst>
            </p:cNvPr>
            <p:cNvCxnSpPr>
              <a:cxnSpLocks/>
              <a:stCxn id="5" idx="4"/>
              <a:endCxn id="8" idx="0"/>
            </p:cNvCxnSpPr>
            <p:nvPr/>
          </p:nvCxnSpPr>
          <p:spPr>
            <a:xfrm flipH="1">
              <a:off x="8949902" y="882868"/>
              <a:ext cx="3292" cy="34158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57A103-ACE8-E324-0668-E8AB5AA2D5D3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>
              <a:off x="8355067" y="882868"/>
              <a:ext cx="7883" cy="341585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6EAA95-B09E-3852-29EC-7F9D6A64BC22}"/>
                </a:ext>
              </a:extLst>
            </p:cNvPr>
            <p:cNvCxnSpPr/>
            <p:nvPr/>
          </p:nvCxnSpPr>
          <p:spPr>
            <a:xfrm>
              <a:off x="9070511" y="1908853"/>
              <a:ext cx="35209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5B17F6-8611-1E8F-6647-2838681D26AD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 flipH="1">
              <a:off x="8949902" y="1434661"/>
              <a:ext cx="1" cy="356202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95551D5-5315-6BC1-E0F0-6619DCB180F6}"/>
              </a:ext>
            </a:extLst>
          </p:cNvPr>
          <p:cNvGrpSpPr/>
          <p:nvPr/>
        </p:nvGrpSpPr>
        <p:grpSpPr>
          <a:xfrm>
            <a:off x="8243233" y="3692311"/>
            <a:ext cx="3029799" cy="1781880"/>
            <a:chOff x="8347184" y="3119273"/>
            <a:chExt cx="1425094" cy="77354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A07A351-3DB6-C174-A1C1-D47F5007D64E}"/>
                </a:ext>
              </a:extLst>
            </p:cNvPr>
            <p:cNvSpPr/>
            <p:nvPr/>
          </p:nvSpPr>
          <p:spPr>
            <a:xfrm>
              <a:off x="8347184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15E54E-D4A9-A99D-217F-B4652856B92E}"/>
                </a:ext>
              </a:extLst>
            </p:cNvPr>
            <p:cNvSpPr/>
            <p:nvPr/>
          </p:nvSpPr>
          <p:spPr>
            <a:xfrm>
              <a:off x="8930508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0228BF5-C588-E7E1-45C8-6A7DFFEDC1C1}"/>
                </a:ext>
              </a:extLst>
            </p:cNvPr>
            <p:cNvSpPr/>
            <p:nvPr/>
          </p:nvSpPr>
          <p:spPr>
            <a:xfrm>
              <a:off x="9540243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3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EBD6015-ECAA-9A8D-88EF-EA2DB5CCDC54}"/>
                </a:ext>
              </a:extLst>
            </p:cNvPr>
            <p:cNvSpPr/>
            <p:nvPr/>
          </p:nvSpPr>
          <p:spPr>
            <a:xfrm>
              <a:off x="8347184" y="36710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4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07DAF0A-5208-DEE3-D9BA-E2C074BF6C5E}"/>
                </a:ext>
              </a:extLst>
            </p:cNvPr>
            <p:cNvSpPr/>
            <p:nvPr/>
          </p:nvSpPr>
          <p:spPr>
            <a:xfrm>
              <a:off x="8914742" y="36787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6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B1C0C08-CCB0-0669-58FF-39CA9A13B2AF}"/>
                </a:ext>
              </a:extLst>
            </p:cNvPr>
            <p:cNvSpPr/>
            <p:nvPr/>
          </p:nvSpPr>
          <p:spPr>
            <a:xfrm>
              <a:off x="9541050" y="3682615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5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15501B-3F88-859B-06C3-C7F95CF2C1F3}"/>
                </a:ext>
              </a:extLst>
            </p:cNvPr>
            <p:cNvCxnSpPr/>
            <p:nvPr/>
          </p:nvCxnSpPr>
          <p:spPr>
            <a:xfrm>
              <a:off x="8571594" y="3215427"/>
              <a:ext cx="352096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35B509-BD03-28D1-1BD5-13D90A00166C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9161736" y="3215427"/>
              <a:ext cx="378372" cy="89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8742BCD-2370-EC8F-6AFB-D4C13E781061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8578412" y="3783868"/>
              <a:ext cx="336330" cy="2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9B6015F-F26C-75E2-6810-A18511E66A6C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9145970" y="3783870"/>
              <a:ext cx="395080" cy="38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2F6A16-4015-5138-D1A9-5FC054D5B1F6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8462798" y="3329480"/>
              <a:ext cx="0" cy="341586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E3E55-4CBC-C6D7-A683-24EE3ABBD247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9030356" y="3337179"/>
              <a:ext cx="3409" cy="341587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FD2F02B-F726-8782-FD56-FD44B947CCE4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>
              <a:off x="9655857" y="3329480"/>
              <a:ext cx="0" cy="34158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0AFB5DD-2D5C-1782-73AE-D475D0042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0645" y="1869126"/>
                <a:ext cx="6918434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mapping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AU" dirty="0"/>
                  <a:t> is an </a:t>
                </a:r>
                <a:r>
                  <a:rPr lang="en-AU" dirty="0">
                    <a:solidFill>
                      <a:srgbClr val="FF0000"/>
                    </a:solidFill>
                  </a:rPr>
                  <a:t>embedding</a:t>
                </a:r>
                <a:r>
                  <a:rPr lang="en-AU" dirty="0"/>
                  <a:t> or subgraph isomorphism if</a:t>
                </a:r>
                <a:endParaRPr lang="en-A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AU" dirty="0"/>
                  <a:t> is a 1-1 mapping</a:t>
                </a:r>
              </a:p>
              <a:p>
                <a:pPr lvl="1"/>
                <a:r>
                  <a:rPr lang="en-AU" dirty="0"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AU" dirty="0"/>
                  <a:t>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ctrlPr>
                              <a:rPr lang="en-A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Is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AU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 embeddable in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AU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? 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0AFB5DD-2D5C-1782-73AE-D475D0042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45" y="1869126"/>
                <a:ext cx="6918434" cy="4351338"/>
              </a:xfrm>
              <a:prstGeom prst="rect">
                <a:avLst/>
              </a:prstGeom>
              <a:blipFill>
                <a:blip r:embed="rId2"/>
                <a:stretch>
                  <a:fillRect l="-1648" t="-23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77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F3EB-55A3-D028-CB7E-78329863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1189" cy="1325563"/>
          </a:xfrm>
        </p:spPr>
        <p:txBody>
          <a:bodyPr/>
          <a:lstStyle/>
          <a:p>
            <a:r>
              <a:rPr lang="en-AU" dirty="0"/>
              <a:t>Subgraph Isomorphism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7D99AD-F562-B890-7808-61A8F5EDD4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5917" y="2018438"/>
                <a:ext cx="691843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dirty="0">
                    <a:highlight>
                      <a:srgbClr val="FFFF00"/>
                    </a:highlight>
                  </a:rPr>
                  <a:t>(A modified example)</a:t>
                </a:r>
              </a:p>
              <a:p>
                <a:endParaRPr lang="en-A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mapping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AU" dirty="0"/>
                  <a:t> is an </a:t>
                </a:r>
                <a:r>
                  <a:rPr lang="en-AU" dirty="0">
                    <a:solidFill>
                      <a:srgbClr val="FF0000"/>
                    </a:solidFill>
                  </a:rPr>
                  <a:t>embedding</a:t>
                </a:r>
                <a:r>
                  <a:rPr lang="en-AU" dirty="0"/>
                  <a:t> or subgraph isomorphism if</a:t>
                </a:r>
                <a:endParaRPr lang="en-A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AU" dirty="0"/>
                  <a:t> is a 1-1 mapping</a:t>
                </a:r>
              </a:p>
              <a:p>
                <a:pPr lvl="1"/>
                <a:r>
                  <a:rPr lang="en-AU" b="0" dirty="0"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AU" dirty="0"/>
                  <a:t>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Is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 embeddable in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7D99AD-F562-B890-7808-61A8F5EDD4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5917" y="2018438"/>
                <a:ext cx="6918434" cy="4351338"/>
              </a:xfrm>
              <a:blipFill>
                <a:blip r:embed="rId2"/>
                <a:stretch>
                  <a:fillRect l="-1832" t="-2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E2B8EFD5-41BB-7D12-E269-1DA6AF15392B}"/>
              </a:ext>
            </a:extLst>
          </p:cNvPr>
          <p:cNvGrpSpPr/>
          <p:nvPr/>
        </p:nvGrpSpPr>
        <p:grpSpPr>
          <a:xfrm>
            <a:off x="8418318" y="622919"/>
            <a:ext cx="2312453" cy="2321431"/>
            <a:chOff x="8247336" y="672661"/>
            <a:chExt cx="1408386" cy="133606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23F6C9-6188-192F-7EDE-6F636EEA9C49}"/>
                </a:ext>
              </a:extLst>
            </p:cNvPr>
            <p:cNvSpPr/>
            <p:nvPr/>
          </p:nvSpPr>
          <p:spPr>
            <a:xfrm>
              <a:off x="8247336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235237-8169-4555-B7A4-ACC23A3EB1DB}"/>
                </a:ext>
              </a:extLst>
            </p:cNvPr>
            <p:cNvSpPr/>
            <p:nvPr/>
          </p:nvSpPr>
          <p:spPr>
            <a:xfrm>
              <a:off x="8837580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38180DC-FB40-D38E-0224-43386C2180B0}"/>
                </a:ext>
              </a:extLst>
            </p:cNvPr>
            <p:cNvSpPr/>
            <p:nvPr/>
          </p:nvSpPr>
          <p:spPr>
            <a:xfrm>
              <a:off x="8839283" y="1798519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36A5270-A152-584E-1B46-1357DE141E3E}"/>
                </a:ext>
              </a:extLst>
            </p:cNvPr>
            <p:cNvSpPr/>
            <p:nvPr/>
          </p:nvSpPr>
          <p:spPr>
            <a:xfrm>
              <a:off x="8253801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6A4F7C-3DA5-4221-DF5A-E4B0522DE622}"/>
                </a:ext>
              </a:extLst>
            </p:cNvPr>
            <p:cNvSpPr/>
            <p:nvPr/>
          </p:nvSpPr>
          <p:spPr>
            <a:xfrm>
              <a:off x="8834288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25E80-8850-0189-1CEF-C44B85F79F8B}"/>
                </a:ext>
              </a:extLst>
            </p:cNvPr>
            <p:cNvSpPr/>
            <p:nvPr/>
          </p:nvSpPr>
          <p:spPr>
            <a:xfrm>
              <a:off x="9424494" y="1224453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CC8ADA8-0667-F343-7380-315682BF84E4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478564" y="777765"/>
              <a:ext cx="35901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2D1968-0998-F722-DFCB-26ACF170E44D}"/>
                </a:ext>
              </a:extLst>
            </p:cNvPr>
            <p:cNvCxnSpPr>
              <a:cxnSpLocks/>
              <a:stCxn id="5" idx="4"/>
              <a:endCxn id="8" idx="0"/>
            </p:cNvCxnSpPr>
            <p:nvPr/>
          </p:nvCxnSpPr>
          <p:spPr>
            <a:xfrm flipH="1">
              <a:off x="8949902" y="882868"/>
              <a:ext cx="3292" cy="34158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57A103-ACE8-E324-0668-E8AB5AA2D5D3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>
              <a:off x="8355067" y="882868"/>
              <a:ext cx="7883" cy="341585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6EAA95-B09E-3852-29EC-7F9D6A64BC22}"/>
                </a:ext>
              </a:extLst>
            </p:cNvPr>
            <p:cNvCxnSpPr/>
            <p:nvPr/>
          </p:nvCxnSpPr>
          <p:spPr>
            <a:xfrm>
              <a:off x="9061888" y="1329556"/>
              <a:ext cx="35209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5B17F6-8611-1E8F-6647-2838681D26AD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 flipH="1">
              <a:off x="8949902" y="1434661"/>
              <a:ext cx="1" cy="356202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95551D5-5315-6BC1-E0F0-6619DCB180F6}"/>
              </a:ext>
            </a:extLst>
          </p:cNvPr>
          <p:cNvGrpSpPr/>
          <p:nvPr/>
        </p:nvGrpSpPr>
        <p:grpSpPr>
          <a:xfrm>
            <a:off x="8155458" y="3692158"/>
            <a:ext cx="3029799" cy="1781880"/>
            <a:chOff x="8347184" y="3119273"/>
            <a:chExt cx="1425094" cy="77354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A07A351-3DB6-C174-A1C1-D47F5007D64E}"/>
                </a:ext>
              </a:extLst>
            </p:cNvPr>
            <p:cNvSpPr/>
            <p:nvPr/>
          </p:nvSpPr>
          <p:spPr>
            <a:xfrm>
              <a:off x="8347184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15E54E-D4A9-A99D-217F-B4652856B92E}"/>
                </a:ext>
              </a:extLst>
            </p:cNvPr>
            <p:cNvSpPr/>
            <p:nvPr/>
          </p:nvSpPr>
          <p:spPr>
            <a:xfrm>
              <a:off x="8930508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0228BF5-C588-E7E1-45C8-6A7DFFEDC1C1}"/>
                </a:ext>
              </a:extLst>
            </p:cNvPr>
            <p:cNvSpPr/>
            <p:nvPr/>
          </p:nvSpPr>
          <p:spPr>
            <a:xfrm>
              <a:off x="9540243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EBD6015-ECAA-9A8D-88EF-EA2DB5CCDC54}"/>
                </a:ext>
              </a:extLst>
            </p:cNvPr>
            <p:cNvSpPr/>
            <p:nvPr/>
          </p:nvSpPr>
          <p:spPr>
            <a:xfrm>
              <a:off x="8347184" y="36710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07DAF0A-5208-DEE3-D9BA-E2C074BF6C5E}"/>
                </a:ext>
              </a:extLst>
            </p:cNvPr>
            <p:cNvSpPr/>
            <p:nvPr/>
          </p:nvSpPr>
          <p:spPr>
            <a:xfrm>
              <a:off x="8914742" y="36787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B1C0C08-CCB0-0669-58FF-39CA9A13B2AF}"/>
                </a:ext>
              </a:extLst>
            </p:cNvPr>
            <p:cNvSpPr/>
            <p:nvPr/>
          </p:nvSpPr>
          <p:spPr>
            <a:xfrm>
              <a:off x="9541050" y="3682615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15501B-3F88-859B-06C3-C7F95CF2C1F3}"/>
                </a:ext>
              </a:extLst>
            </p:cNvPr>
            <p:cNvCxnSpPr/>
            <p:nvPr/>
          </p:nvCxnSpPr>
          <p:spPr>
            <a:xfrm>
              <a:off x="8571594" y="3215427"/>
              <a:ext cx="352096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35B509-BD03-28D1-1BD5-13D90A00166C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9161736" y="3215427"/>
              <a:ext cx="378372" cy="89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8742BCD-2370-EC8F-6AFB-D4C13E781061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8578412" y="3783868"/>
              <a:ext cx="336330" cy="2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9B6015F-F26C-75E2-6810-A18511E66A6C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9145970" y="3783870"/>
              <a:ext cx="395080" cy="38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2F6A16-4015-5138-D1A9-5FC054D5B1F6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8462798" y="3329480"/>
              <a:ext cx="0" cy="341586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E3E55-4CBC-C6D7-A683-24EE3ABBD247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9030356" y="3337179"/>
              <a:ext cx="3409" cy="341587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FD2F02B-F726-8782-FD56-FD44B947CCE4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>
              <a:off x="9655857" y="3329480"/>
              <a:ext cx="0" cy="34158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4376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F3EB-55A3-D028-CB7E-78329863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1189" cy="1325563"/>
          </a:xfrm>
        </p:spPr>
        <p:txBody>
          <a:bodyPr/>
          <a:lstStyle/>
          <a:p>
            <a:r>
              <a:rPr lang="en-AU" dirty="0"/>
              <a:t>Subgraph Isomorphism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B8EFD5-41BB-7D12-E269-1DA6AF15392B}"/>
              </a:ext>
            </a:extLst>
          </p:cNvPr>
          <p:cNvGrpSpPr/>
          <p:nvPr/>
        </p:nvGrpSpPr>
        <p:grpSpPr>
          <a:xfrm>
            <a:off x="8632561" y="672661"/>
            <a:ext cx="2216671" cy="2156508"/>
            <a:chOff x="8247336" y="672661"/>
            <a:chExt cx="1408386" cy="133606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23F6C9-6188-192F-7EDE-6F636EEA9C49}"/>
                </a:ext>
              </a:extLst>
            </p:cNvPr>
            <p:cNvSpPr/>
            <p:nvPr/>
          </p:nvSpPr>
          <p:spPr>
            <a:xfrm>
              <a:off x="8247336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235237-8169-4555-B7A4-ACC23A3EB1DB}"/>
                </a:ext>
              </a:extLst>
            </p:cNvPr>
            <p:cNvSpPr/>
            <p:nvPr/>
          </p:nvSpPr>
          <p:spPr>
            <a:xfrm>
              <a:off x="8837580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38180DC-FB40-D38E-0224-43386C2180B0}"/>
                </a:ext>
              </a:extLst>
            </p:cNvPr>
            <p:cNvSpPr/>
            <p:nvPr/>
          </p:nvSpPr>
          <p:spPr>
            <a:xfrm>
              <a:off x="8839283" y="1798519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36A5270-A152-584E-1B46-1357DE141E3E}"/>
                </a:ext>
              </a:extLst>
            </p:cNvPr>
            <p:cNvSpPr/>
            <p:nvPr/>
          </p:nvSpPr>
          <p:spPr>
            <a:xfrm>
              <a:off x="8253801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6A4F7C-3DA5-4221-DF5A-E4B0522DE622}"/>
                </a:ext>
              </a:extLst>
            </p:cNvPr>
            <p:cNvSpPr/>
            <p:nvPr/>
          </p:nvSpPr>
          <p:spPr>
            <a:xfrm>
              <a:off x="8834288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25E80-8850-0189-1CEF-C44B85F79F8B}"/>
                </a:ext>
              </a:extLst>
            </p:cNvPr>
            <p:cNvSpPr/>
            <p:nvPr/>
          </p:nvSpPr>
          <p:spPr>
            <a:xfrm>
              <a:off x="9424494" y="1224453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CC8ADA8-0667-F343-7380-315682BF84E4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478564" y="777765"/>
              <a:ext cx="35901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2D1968-0998-F722-DFCB-26ACF170E44D}"/>
                </a:ext>
              </a:extLst>
            </p:cNvPr>
            <p:cNvCxnSpPr>
              <a:cxnSpLocks/>
              <a:stCxn id="5" idx="4"/>
              <a:endCxn id="8" idx="0"/>
            </p:cNvCxnSpPr>
            <p:nvPr/>
          </p:nvCxnSpPr>
          <p:spPr>
            <a:xfrm flipH="1">
              <a:off x="8949902" y="882868"/>
              <a:ext cx="3292" cy="34158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57A103-ACE8-E324-0668-E8AB5AA2D5D3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>
              <a:off x="8355067" y="882868"/>
              <a:ext cx="7883" cy="341585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6EAA95-B09E-3852-29EC-7F9D6A64BC22}"/>
                </a:ext>
              </a:extLst>
            </p:cNvPr>
            <p:cNvCxnSpPr/>
            <p:nvPr/>
          </p:nvCxnSpPr>
          <p:spPr>
            <a:xfrm>
              <a:off x="9061888" y="1329556"/>
              <a:ext cx="35209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5B17F6-8611-1E8F-6647-2838681D26AD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 flipH="1">
              <a:off x="8949902" y="1434661"/>
              <a:ext cx="1" cy="356202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95551D5-5315-6BC1-E0F0-6619DCB180F6}"/>
              </a:ext>
            </a:extLst>
          </p:cNvPr>
          <p:cNvGrpSpPr/>
          <p:nvPr/>
        </p:nvGrpSpPr>
        <p:grpSpPr>
          <a:xfrm>
            <a:off x="8155458" y="3692158"/>
            <a:ext cx="3029799" cy="1781880"/>
            <a:chOff x="8347184" y="3119273"/>
            <a:chExt cx="1425094" cy="77354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A07A351-3DB6-C174-A1C1-D47F5007D64E}"/>
                </a:ext>
              </a:extLst>
            </p:cNvPr>
            <p:cNvSpPr/>
            <p:nvPr/>
          </p:nvSpPr>
          <p:spPr>
            <a:xfrm>
              <a:off x="8347184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15E54E-D4A9-A99D-217F-B4652856B92E}"/>
                </a:ext>
              </a:extLst>
            </p:cNvPr>
            <p:cNvSpPr/>
            <p:nvPr/>
          </p:nvSpPr>
          <p:spPr>
            <a:xfrm>
              <a:off x="8930508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0228BF5-C588-E7E1-45C8-6A7DFFEDC1C1}"/>
                </a:ext>
              </a:extLst>
            </p:cNvPr>
            <p:cNvSpPr/>
            <p:nvPr/>
          </p:nvSpPr>
          <p:spPr>
            <a:xfrm>
              <a:off x="9540243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EBD6015-ECAA-9A8D-88EF-EA2DB5CCDC54}"/>
                </a:ext>
              </a:extLst>
            </p:cNvPr>
            <p:cNvSpPr/>
            <p:nvPr/>
          </p:nvSpPr>
          <p:spPr>
            <a:xfrm>
              <a:off x="8347184" y="36710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07DAF0A-5208-DEE3-D9BA-E2C074BF6C5E}"/>
                </a:ext>
              </a:extLst>
            </p:cNvPr>
            <p:cNvSpPr/>
            <p:nvPr/>
          </p:nvSpPr>
          <p:spPr>
            <a:xfrm>
              <a:off x="8914742" y="36787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B1C0C08-CCB0-0669-58FF-39CA9A13B2AF}"/>
                </a:ext>
              </a:extLst>
            </p:cNvPr>
            <p:cNvSpPr/>
            <p:nvPr/>
          </p:nvSpPr>
          <p:spPr>
            <a:xfrm>
              <a:off x="9541050" y="3682615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15501B-3F88-859B-06C3-C7F95CF2C1F3}"/>
                </a:ext>
              </a:extLst>
            </p:cNvPr>
            <p:cNvCxnSpPr/>
            <p:nvPr/>
          </p:nvCxnSpPr>
          <p:spPr>
            <a:xfrm>
              <a:off x="8571594" y="3215427"/>
              <a:ext cx="352096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35B509-BD03-28D1-1BD5-13D90A00166C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9161736" y="3215427"/>
              <a:ext cx="378372" cy="89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8742BCD-2370-EC8F-6AFB-D4C13E781061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8578412" y="3783868"/>
              <a:ext cx="336330" cy="2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9B6015F-F26C-75E2-6810-A18511E66A6C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9145970" y="3783870"/>
              <a:ext cx="395080" cy="38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2F6A16-4015-5138-D1A9-5FC054D5B1F6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8462798" y="3329480"/>
              <a:ext cx="0" cy="341586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E3E55-4CBC-C6D7-A683-24EE3ABBD247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9030356" y="3337179"/>
              <a:ext cx="3409" cy="341587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FD2F02B-F726-8782-FD56-FD44B947CCE4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>
              <a:off x="9655857" y="3329480"/>
              <a:ext cx="0" cy="34158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8CCA537-5132-2616-1771-426CC4283BFB}"/>
              </a:ext>
            </a:extLst>
          </p:cNvPr>
          <p:cNvSpPr txBox="1"/>
          <p:nvPr/>
        </p:nvSpPr>
        <p:spPr>
          <a:xfrm>
            <a:off x="838200" y="2248930"/>
            <a:ext cx="69806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We start with a node g with the largest degree (3) and </a:t>
            </a:r>
          </a:p>
          <a:p>
            <a:r>
              <a:rPr lang="en-AU" sz="2400" dirty="0"/>
              <a:t>map it to a node in G with degree 3 (or higher).</a:t>
            </a:r>
          </a:p>
        </p:txBody>
      </p:sp>
    </p:spTree>
    <p:extLst>
      <p:ext uri="{BB962C8B-B14F-4D97-AF65-F5344CB8AC3E}">
        <p14:creationId xmlns:p14="http://schemas.microsoft.com/office/powerpoint/2010/main" val="810367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F3EB-55A3-D028-CB7E-78329863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1189" cy="1325563"/>
          </a:xfrm>
        </p:spPr>
        <p:txBody>
          <a:bodyPr/>
          <a:lstStyle/>
          <a:p>
            <a:r>
              <a:rPr lang="en-AU" dirty="0"/>
              <a:t>Subgraph Isomorphism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551EB8-2FB8-9ED9-5F17-EB5316D7D055}"/>
              </a:ext>
            </a:extLst>
          </p:cNvPr>
          <p:cNvGrpSpPr/>
          <p:nvPr/>
        </p:nvGrpSpPr>
        <p:grpSpPr>
          <a:xfrm>
            <a:off x="8647057" y="370703"/>
            <a:ext cx="2500477" cy="2619632"/>
            <a:chOff x="8647057" y="370703"/>
            <a:chExt cx="2500477" cy="261963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110B85E-C5C2-54AC-CC13-C60EE89D5FCB}"/>
                </a:ext>
              </a:extLst>
            </p:cNvPr>
            <p:cNvSpPr/>
            <p:nvPr/>
          </p:nvSpPr>
          <p:spPr>
            <a:xfrm>
              <a:off x="9451895" y="370703"/>
              <a:ext cx="890709" cy="2619632"/>
            </a:xfrm>
            <a:custGeom>
              <a:avLst/>
              <a:gdLst>
                <a:gd name="connsiteX0" fmla="*/ 172994 w 988540"/>
                <a:gd name="connsiteY0" fmla="*/ 74140 h 2619632"/>
                <a:gd name="connsiteX1" fmla="*/ 172994 w 988540"/>
                <a:gd name="connsiteY1" fmla="*/ 74140 h 2619632"/>
                <a:gd name="connsiteX2" fmla="*/ 160638 w 988540"/>
                <a:gd name="connsiteY2" fmla="*/ 210065 h 2619632"/>
                <a:gd name="connsiteX3" fmla="*/ 148281 w 988540"/>
                <a:gd name="connsiteY3" fmla="*/ 395416 h 2619632"/>
                <a:gd name="connsiteX4" fmla="*/ 111211 w 988540"/>
                <a:gd name="connsiteY4" fmla="*/ 580767 h 2619632"/>
                <a:gd name="connsiteX5" fmla="*/ 98854 w 988540"/>
                <a:gd name="connsiteY5" fmla="*/ 642551 h 2619632"/>
                <a:gd name="connsiteX6" fmla="*/ 86497 w 988540"/>
                <a:gd name="connsiteY6" fmla="*/ 729048 h 2619632"/>
                <a:gd name="connsiteX7" fmla="*/ 74140 w 988540"/>
                <a:gd name="connsiteY7" fmla="*/ 778475 h 2619632"/>
                <a:gd name="connsiteX8" fmla="*/ 61784 w 988540"/>
                <a:gd name="connsiteY8" fmla="*/ 852616 h 2619632"/>
                <a:gd name="connsiteX9" fmla="*/ 49427 w 988540"/>
                <a:gd name="connsiteY9" fmla="*/ 914400 h 2619632"/>
                <a:gd name="connsiteX10" fmla="*/ 37070 w 988540"/>
                <a:gd name="connsiteY10" fmla="*/ 963827 h 2619632"/>
                <a:gd name="connsiteX11" fmla="*/ 24713 w 988540"/>
                <a:gd name="connsiteY11" fmla="*/ 1050324 h 2619632"/>
                <a:gd name="connsiteX12" fmla="*/ 0 w 988540"/>
                <a:gd name="connsiteY12" fmla="*/ 1198605 h 2619632"/>
                <a:gd name="connsiteX13" fmla="*/ 12357 w 988540"/>
                <a:gd name="connsiteY13" fmla="*/ 1890583 h 2619632"/>
                <a:gd name="connsiteX14" fmla="*/ 37070 w 988540"/>
                <a:gd name="connsiteY14" fmla="*/ 2038865 h 2619632"/>
                <a:gd name="connsiteX15" fmla="*/ 49427 w 988540"/>
                <a:gd name="connsiteY15" fmla="*/ 2125362 h 2619632"/>
                <a:gd name="connsiteX16" fmla="*/ 86497 w 988540"/>
                <a:gd name="connsiteY16" fmla="*/ 2434281 h 2619632"/>
                <a:gd name="connsiteX17" fmla="*/ 98854 w 988540"/>
                <a:gd name="connsiteY17" fmla="*/ 2471351 h 2619632"/>
                <a:gd name="connsiteX18" fmla="*/ 160638 w 988540"/>
                <a:gd name="connsiteY18" fmla="*/ 2545492 h 2619632"/>
                <a:gd name="connsiteX19" fmla="*/ 197708 w 988540"/>
                <a:gd name="connsiteY19" fmla="*/ 2557848 h 2619632"/>
                <a:gd name="connsiteX20" fmla="*/ 308919 w 988540"/>
                <a:gd name="connsiteY20" fmla="*/ 2607275 h 2619632"/>
                <a:gd name="connsiteX21" fmla="*/ 345989 w 988540"/>
                <a:gd name="connsiteY21" fmla="*/ 2619632 h 2619632"/>
                <a:gd name="connsiteX22" fmla="*/ 654908 w 988540"/>
                <a:gd name="connsiteY22" fmla="*/ 2607275 h 2619632"/>
                <a:gd name="connsiteX23" fmla="*/ 691978 w 988540"/>
                <a:gd name="connsiteY23" fmla="*/ 2594919 h 2619632"/>
                <a:gd name="connsiteX24" fmla="*/ 766119 w 988540"/>
                <a:gd name="connsiteY24" fmla="*/ 2545492 h 2619632"/>
                <a:gd name="connsiteX25" fmla="*/ 827903 w 988540"/>
                <a:gd name="connsiteY25" fmla="*/ 2483708 h 2619632"/>
                <a:gd name="connsiteX26" fmla="*/ 864973 w 988540"/>
                <a:gd name="connsiteY26" fmla="*/ 2446638 h 2619632"/>
                <a:gd name="connsiteX27" fmla="*/ 889686 w 988540"/>
                <a:gd name="connsiteY27" fmla="*/ 2409567 h 2619632"/>
                <a:gd name="connsiteX28" fmla="*/ 914400 w 988540"/>
                <a:gd name="connsiteY28" fmla="*/ 2323070 h 2619632"/>
                <a:gd name="connsiteX29" fmla="*/ 902043 w 988540"/>
                <a:gd name="connsiteY29" fmla="*/ 1804086 h 2619632"/>
                <a:gd name="connsiteX30" fmla="*/ 877330 w 988540"/>
                <a:gd name="connsiteY30" fmla="*/ 1631092 h 2619632"/>
                <a:gd name="connsiteX31" fmla="*/ 889686 w 988540"/>
                <a:gd name="connsiteY31" fmla="*/ 1359243 h 2619632"/>
                <a:gd name="connsiteX32" fmla="*/ 902043 w 988540"/>
                <a:gd name="connsiteY32" fmla="*/ 1285102 h 2619632"/>
                <a:gd name="connsiteX33" fmla="*/ 914400 w 988540"/>
                <a:gd name="connsiteY33" fmla="*/ 1186248 h 2619632"/>
                <a:gd name="connsiteX34" fmla="*/ 939113 w 988540"/>
                <a:gd name="connsiteY34" fmla="*/ 1025611 h 2619632"/>
                <a:gd name="connsiteX35" fmla="*/ 951470 w 988540"/>
                <a:gd name="connsiteY35" fmla="*/ 753762 h 2619632"/>
                <a:gd name="connsiteX36" fmla="*/ 963827 w 988540"/>
                <a:gd name="connsiteY36" fmla="*/ 691978 h 2619632"/>
                <a:gd name="connsiteX37" fmla="*/ 988540 w 988540"/>
                <a:gd name="connsiteY37" fmla="*/ 531340 h 2619632"/>
                <a:gd name="connsiteX38" fmla="*/ 976184 w 988540"/>
                <a:gd name="connsiteY38" fmla="*/ 296562 h 2619632"/>
                <a:gd name="connsiteX39" fmla="*/ 951470 w 988540"/>
                <a:gd name="connsiteY39" fmla="*/ 222421 h 2619632"/>
                <a:gd name="connsiteX40" fmla="*/ 939113 w 988540"/>
                <a:gd name="connsiteY40" fmla="*/ 185351 h 2619632"/>
                <a:gd name="connsiteX41" fmla="*/ 914400 w 988540"/>
                <a:gd name="connsiteY41" fmla="*/ 148281 h 2619632"/>
                <a:gd name="connsiteX42" fmla="*/ 902043 w 988540"/>
                <a:gd name="connsiteY42" fmla="*/ 111211 h 2619632"/>
                <a:gd name="connsiteX43" fmla="*/ 790832 w 988540"/>
                <a:gd name="connsiteY43" fmla="*/ 12356 h 2619632"/>
                <a:gd name="connsiteX44" fmla="*/ 753762 w 988540"/>
                <a:gd name="connsiteY44" fmla="*/ 0 h 2619632"/>
                <a:gd name="connsiteX45" fmla="*/ 432486 w 988540"/>
                <a:gd name="connsiteY45" fmla="*/ 12356 h 2619632"/>
                <a:gd name="connsiteX46" fmla="*/ 333632 w 988540"/>
                <a:gd name="connsiteY46" fmla="*/ 37070 h 2619632"/>
                <a:gd name="connsiteX47" fmla="*/ 271849 w 988540"/>
                <a:gd name="connsiteY47" fmla="*/ 49427 h 2619632"/>
                <a:gd name="connsiteX48" fmla="*/ 172994 w 988540"/>
                <a:gd name="connsiteY48" fmla="*/ 74140 h 2619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988540" h="2619632">
                  <a:moveTo>
                    <a:pt x="172994" y="74140"/>
                  </a:moveTo>
                  <a:lnTo>
                    <a:pt x="172994" y="74140"/>
                  </a:lnTo>
                  <a:cubicBezTo>
                    <a:pt x="168875" y="119448"/>
                    <a:pt x="164127" y="164704"/>
                    <a:pt x="160638" y="210065"/>
                  </a:cubicBezTo>
                  <a:cubicBezTo>
                    <a:pt x="155889" y="271803"/>
                    <a:pt x="153887" y="333749"/>
                    <a:pt x="148281" y="395416"/>
                  </a:cubicBezTo>
                  <a:cubicBezTo>
                    <a:pt x="138020" y="508283"/>
                    <a:pt x="134941" y="462117"/>
                    <a:pt x="111211" y="580767"/>
                  </a:cubicBezTo>
                  <a:cubicBezTo>
                    <a:pt x="107092" y="601362"/>
                    <a:pt x="102307" y="621834"/>
                    <a:pt x="98854" y="642551"/>
                  </a:cubicBezTo>
                  <a:cubicBezTo>
                    <a:pt x="94066" y="671280"/>
                    <a:pt x="91707" y="700393"/>
                    <a:pt x="86497" y="729048"/>
                  </a:cubicBezTo>
                  <a:cubicBezTo>
                    <a:pt x="83459" y="745757"/>
                    <a:pt x="77471" y="761822"/>
                    <a:pt x="74140" y="778475"/>
                  </a:cubicBezTo>
                  <a:cubicBezTo>
                    <a:pt x="69227" y="803043"/>
                    <a:pt x="66266" y="827966"/>
                    <a:pt x="61784" y="852616"/>
                  </a:cubicBezTo>
                  <a:cubicBezTo>
                    <a:pt x="58027" y="873280"/>
                    <a:pt x="53983" y="893898"/>
                    <a:pt x="49427" y="914400"/>
                  </a:cubicBezTo>
                  <a:cubicBezTo>
                    <a:pt x="45743" y="930978"/>
                    <a:pt x="40108" y="947118"/>
                    <a:pt x="37070" y="963827"/>
                  </a:cubicBezTo>
                  <a:cubicBezTo>
                    <a:pt x="31860" y="992482"/>
                    <a:pt x="29255" y="1021555"/>
                    <a:pt x="24713" y="1050324"/>
                  </a:cubicBezTo>
                  <a:cubicBezTo>
                    <a:pt x="16898" y="1099820"/>
                    <a:pt x="0" y="1198605"/>
                    <a:pt x="0" y="1198605"/>
                  </a:cubicBezTo>
                  <a:cubicBezTo>
                    <a:pt x="4119" y="1429264"/>
                    <a:pt x="2189" y="1660111"/>
                    <a:pt x="12357" y="1890583"/>
                  </a:cubicBezTo>
                  <a:cubicBezTo>
                    <a:pt x="14566" y="1940643"/>
                    <a:pt x="29983" y="1989260"/>
                    <a:pt x="37070" y="2038865"/>
                  </a:cubicBezTo>
                  <a:lnTo>
                    <a:pt x="49427" y="2125362"/>
                  </a:lnTo>
                  <a:cubicBezTo>
                    <a:pt x="63153" y="2386145"/>
                    <a:pt x="37003" y="2285797"/>
                    <a:pt x="86497" y="2434281"/>
                  </a:cubicBezTo>
                  <a:cubicBezTo>
                    <a:pt x="90616" y="2446638"/>
                    <a:pt x="91629" y="2460513"/>
                    <a:pt x="98854" y="2471351"/>
                  </a:cubicBezTo>
                  <a:cubicBezTo>
                    <a:pt x="117090" y="2498705"/>
                    <a:pt x="132094" y="2526463"/>
                    <a:pt x="160638" y="2545492"/>
                  </a:cubicBezTo>
                  <a:cubicBezTo>
                    <a:pt x="171475" y="2552717"/>
                    <a:pt x="185351" y="2553729"/>
                    <a:pt x="197708" y="2557848"/>
                  </a:cubicBezTo>
                  <a:cubicBezTo>
                    <a:pt x="256454" y="2597013"/>
                    <a:pt x="220687" y="2577865"/>
                    <a:pt x="308919" y="2607275"/>
                  </a:cubicBezTo>
                  <a:lnTo>
                    <a:pt x="345989" y="2619632"/>
                  </a:lnTo>
                  <a:cubicBezTo>
                    <a:pt x="448962" y="2615513"/>
                    <a:pt x="552115" y="2614617"/>
                    <a:pt x="654908" y="2607275"/>
                  </a:cubicBezTo>
                  <a:cubicBezTo>
                    <a:pt x="667900" y="2606347"/>
                    <a:pt x="681141" y="2602144"/>
                    <a:pt x="691978" y="2594919"/>
                  </a:cubicBezTo>
                  <a:cubicBezTo>
                    <a:pt x="784539" y="2533212"/>
                    <a:pt x="677976" y="2574871"/>
                    <a:pt x="766119" y="2545492"/>
                  </a:cubicBezTo>
                  <a:cubicBezTo>
                    <a:pt x="834081" y="2500183"/>
                    <a:pt x="776416" y="2545492"/>
                    <a:pt x="827903" y="2483708"/>
                  </a:cubicBezTo>
                  <a:cubicBezTo>
                    <a:pt x="839090" y="2470283"/>
                    <a:pt x="853786" y="2460063"/>
                    <a:pt x="864973" y="2446638"/>
                  </a:cubicBezTo>
                  <a:cubicBezTo>
                    <a:pt x="874480" y="2435229"/>
                    <a:pt x="883044" y="2422850"/>
                    <a:pt x="889686" y="2409567"/>
                  </a:cubicBezTo>
                  <a:cubicBezTo>
                    <a:pt x="898550" y="2391838"/>
                    <a:pt x="910440" y="2338909"/>
                    <a:pt x="914400" y="2323070"/>
                  </a:cubicBezTo>
                  <a:cubicBezTo>
                    <a:pt x="910281" y="2150075"/>
                    <a:pt x="908959" y="1976991"/>
                    <a:pt x="902043" y="1804086"/>
                  </a:cubicBezTo>
                  <a:cubicBezTo>
                    <a:pt x="900415" y="1763398"/>
                    <a:pt x="884705" y="1675347"/>
                    <a:pt x="877330" y="1631092"/>
                  </a:cubicBezTo>
                  <a:cubicBezTo>
                    <a:pt x="881449" y="1540476"/>
                    <a:pt x="883223" y="1449722"/>
                    <a:pt x="889686" y="1359243"/>
                  </a:cubicBezTo>
                  <a:cubicBezTo>
                    <a:pt x="891471" y="1334252"/>
                    <a:pt x="898500" y="1309905"/>
                    <a:pt x="902043" y="1285102"/>
                  </a:cubicBezTo>
                  <a:cubicBezTo>
                    <a:pt x="906739" y="1252228"/>
                    <a:pt x="909350" y="1219070"/>
                    <a:pt x="914400" y="1186248"/>
                  </a:cubicBezTo>
                  <a:cubicBezTo>
                    <a:pt x="952131" y="941000"/>
                    <a:pt x="894329" y="1383905"/>
                    <a:pt x="939113" y="1025611"/>
                  </a:cubicBezTo>
                  <a:cubicBezTo>
                    <a:pt x="943232" y="934995"/>
                    <a:pt x="944769" y="844224"/>
                    <a:pt x="951470" y="753762"/>
                  </a:cubicBezTo>
                  <a:cubicBezTo>
                    <a:pt x="953022" y="732817"/>
                    <a:pt x="960070" y="712642"/>
                    <a:pt x="963827" y="691978"/>
                  </a:cubicBezTo>
                  <a:cubicBezTo>
                    <a:pt x="975260" y="629098"/>
                    <a:pt x="979282" y="596154"/>
                    <a:pt x="988540" y="531340"/>
                  </a:cubicBezTo>
                  <a:cubicBezTo>
                    <a:pt x="984421" y="453081"/>
                    <a:pt x="985521" y="374371"/>
                    <a:pt x="976184" y="296562"/>
                  </a:cubicBezTo>
                  <a:cubicBezTo>
                    <a:pt x="973080" y="270697"/>
                    <a:pt x="959708" y="247135"/>
                    <a:pt x="951470" y="222421"/>
                  </a:cubicBezTo>
                  <a:cubicBezTo>
                    <a:pt x="947351" y="210064"/>
                    <a:pt x="946338" y="196189"/>
                    <a:pt x="939113" y="185351"/>
                  </a:cubicBezTo>
                  <a:cubicBezTo>
                    <a:pt x="930875" y="172994"/>
                    <a:pt x="921041" y="161564"/>
                    <a:pt x="914400" y="148281"/>
                  </a:cubicBezTo>
                  <a:cubicBezTo>
                    <a:pt x="908575" y="136631"/>
                    <a:pt x="910040" y="121492"/>
                    <a:pt x="902043" y="111211"/>
                  </a:cubicBezTo>
                  <a:cubicBezTo>
                    <a:pt x="881202" y="84416"/>
                    <a:pt x="829873" y="31876"/>
                    <a:pt x="790832" y="12356"/>
                  </a:cubicBezTo>
                  <a:cubicBezTo>
                    <a:pt x="779182" y="6531"/>
                    <a:pt x="766119" y="4119"/>
                    <a:pt x="753762" y="0"/>
                  </a:cubicBezTo>
                  <a:cubicBezTo>
                    <a:pt x="646670" y="4119"/>
                    <a:pt x="539242" y="2936"/>
                    <a:pt x="432486" y="12356"/>
                  </a:cubicBezTo>
                  <a:cubicBezTo>
                    <a:pt x="398652" y="15341"/>
                    <a:pt x="366938" y="30409"/>
                    <a:pt x="333632" y="37070"/>
                  </a:cubicBezTo>
                  <a:cubicBezTo>
                    <a:pt x="313038" y="41189"/>
                    <a:pt x="292224" y="44333"/>
                    <a:pt x="271849" y="49427"/>
                  </a:cubicBezTo>
                  <a:lnTo>
                    <a:pt x="172994" y="74140"/>
                  </a:ln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2B8EFD5-41BB-7D12-E269-1DA6AF15392B}"/>
                </a:ext>
              </a:extLst>
            </p:cNvPr>
            <p:cNvGrpSpPr/>
            <p:nvPr/>
          </p:nvGrpSpPr>
          <p:grpSpPr>
            <a:xfrm>
              <a:off x="8647057" y="537169"/>
              <a:ext cx="2500477" cy="2335408"/>
              <a:chOff x="8247336" y="672661"/>
              <a:chExt cx="1408386" cy="1336065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F23F6C9-6188-192F-7EDE-6F636EEA9C49}"/>
                  </a:ext>
                </a:extLst>
              </p:cNvPr>
              <p:cNvSpPr/>
              <p:nvPr/>
            </p:nvSpPr>
            <p:spPr>
              <a:xfrm>
                <a:off x="8247336" y="672661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4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1235237-8169-4555-B7A4-ACC23A3EB1DB}"/>
                  </a:ext>
                </a:extLst>
              </p:cNvPr>
              <p:cNvSpPr/>
              <p:nvPr/>
            </p:nvSpPr>
            <p:spPr>
              <a:xfrm>
                <a:off x="8837580" y="672661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38180DC-FB40-D38E-0224-43386C2180B0}"/>
                  </a:ext>
                </a:extLst>
              </p:cNvPr>
              <p:cNvSpPr/>
              <p:nvPr/>
            </p:nvSpPr>
            <p:spPr>
              <a:xfrm>
                <a:off x="8839283" y="1798519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6A5270-A152-584E-1B46-1357DE141E3E}"/>
                  </a:ext>
                </a:extLst>
              </p:cNvPr>
              <p:cNvSpPr/>
              <p:nvPr/>
            </p:nvSpPr>
            <p:spPr>
              <a:xfrm>
                <a:off x="8253801" y="1224454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66A4F7C-3DA5-4221-DF5A-E4B0522DE622}"/>
                  </a:ext>
                </a:extLst>
              </p:cNvPr>
              <p:cNvSpPr/>
              <p:nvPr/>
            </p:nvSpPr>
            <p:spPr>
              <a:xfrm>
                <a:off x="8834288" y="1224454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3525E80-8850-0189-1CEF-C44B85F79F8B}"/>
                  </a:ext>
                </a:extLst>
              </p:cNvPr>
              <p:cNvSpPr/>
              <p:nvPr/>
            </p:nvSpPr>
            <p:spPr>
              <a:xfrm>
                <a:off x="9424494" y="1224453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CC8ADA8-0667-F343-7380-315682BF84E4}"/>
                  </a:ext>
                </a:extLst>
              </p:cNvPr>
              <p:cNvCxnSpPr>
                <a:stCxn id="4" idx="6"/>
                <a:endCxn id="5" idx="2"/>
              </p:cNvCxnSpPr>
              <p:nvPr/>
            </p:nvCxnSpPr>
            <p:spPr>
              <a:xfrm>
                <a:off x="8478564" y="777765"/>
                <a:ext cx="359016" cy="0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62D1968-0998-F722-DFCB-26ACF170E44D}"/>
                  </a:ext>
                </a:extLst>
              </p:cNvPr>
              <p:cNvCxnSpPr>
                <a:cxnSpLocks/>
                <a:stCxn id="5" idx="4"/>
                <a:endCxn id="8" idx="0"/>
              </p:cNvCxnSpPr>
              <p:nvPr/>
            </p:nvCxnSpPr>
            <p:spPr>
              <a:xfrm flipH="1">
                <a:off x="8949902" y="882868"/>
                <a:ext cx="3292" cy="341586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C57A103-ACE8-E324-0668-E8AB5AA2D5D3}"/>
                  </a:ext>
                </a:extLst>
              </p:cNvPr>
              <p:cNvCxnSpPr>
                <a:cxnSpLocks/>
                <a:stCxn id="4" idx="4"/>
              </p:cNvCxnSpPr>
              <p:nvPr/>
            </p:nvCxnSpPr>
            <p:spPr>
              <a:xfrm flipH="1">
                <a:off x="8355067" y="882868"/>
                <a:ext cx="7883" cy="341585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B6EAA95-B09E-3852-29EC-7F9D6A64BC22}"/>
                  </a:ext>
                </a:extLst>
              </p:cNvPr>
              <p:cNvCxnSpPr/>
              <p:nvPr/>
            </p:nvCxnSpPr>
            <p:spPr>
              <a:xfrm>
                <a:off x="9061888" y="1329556"/>
                <a:ext cx="352096" cy="0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65B17F6-8611-1E8F-6647-2838681D26AD}"/>
                  </a:ext>
                </a:extLst>
              </p:cNvPr>
              <p:cNvCxnSpPr>
                <a:cxnSpLocks/>
                <a:stCxn id="8" idx="4"/>
              </p:cNvCxnSpPr>
              <p:nvPr/>
            </p:nvCxnSpPr>
            <p:spPr>
              <a:xfrm flipH="1">
                <a:off x="8949902" y="1434661"/>
                <a:ext cx="1" cy="356202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4737094-C173-56C6-93DF-46CFAFA20432}"/>
              </a:ext>
            </a:extLst>
          </p:cNvPr>
          <p:cNvGrpSpPr/>
          <p:nvPr/>
        </p:nvGrpSpPr>
        <p:grpSpPr>
          <a:xfrm>
            <a:off x="8119097" y="3515596"/>
            <a:ext cx="3153935" cy="2143872"/>
            <a:chOff x="8119097" y="3515596"/>
            <a:chExt cx="3153935" cy="2143872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49B8A34-62DE-B223-755C-D365E5126976}"/>
                </a:ext>
              </a:extLst>
            </p:cNvPr>
            <p:cNvSpPr/>
            <p:nvPr/>
          </p:nvSpPr>
          <p:spPr>
            <a:xfrm>
              <a:off x="8119097" y="3515596"/>
              <a:ext cx="2038866" cy="2143872"/>
            </a:xfrm>
            <a:custGeom>
              <a:avLst/>
              <a:gdLst>
                <a:gd name="connsiteX0" fmla="*/ 123567 w 2261286"/>
                <a:gd name="connsiteY0" fmla="*/ 98854 h 2347784"/>
                <a:gd name="connsiteX1" fmla="*/ 123567 w 2261286"/>
                <a:gd name="connsiteY1" fmla="*/ 98854 h 2347784"/>
                <a:gd name="connsiteX2" fmla="*/ 74140 w 2261286"/>
                <a:gd name="connsiteY2" fmla="*/ 247135 h 2347784"/>
                <a:gd name="connsiteX3" fmla="*/ 49427 w 2261286"/>
                <a:gd name="connsiteY3" fmla="*/ 358346 h 2347784"/>
                <a:gd name="connsiteX4" fmla="*/ 24713 w 2261286"/>
                <a:gd name="connsiteY4" fmla="*/ 457200 h 2347784"/>
                <a:gd name="connsiteX5" fmla="*/ 12357 w 2261286"/>
                <a:gd name="connsiteY5" fmla="*/ 494270 h 2347784"/>
                <a:gd name="connsiteX6" fmla="*/ 0 w 2261286"/>
                <a:gd name="connsiteY6" fmla="*/ 568411 h 2347784"/>
                <a:gd name="connsiteX7" fmla="*/ 12357 w 2261286"/>
                <a:gd name="connsiteY7" fmla="*/ 852616 h 2347784"/>
                <a:gd name="connsiteX8" fmla="*/ 24713 w 2261286"/>
                <a:gd name="connsiteY8" fmla="*/ 889687 h 2347784"/>
                <a:gd name="connsiteX9" fmla="*/ 49427 w 2261286"/>
                <a:gd name="connsiteY9" fmla="*/ 926757 h 2347784"/>
                <a:gd name="connsiteX10" fmla="*/ 160638 w 2261286"/>
                <a:gd name="connsiteY10" fmla="*/ 976184 h 2347784"/>
                <a:gd name="connsiteX11" fmla="*/ 197708 w 2261286"/>
                <a:gd name="connsiteY11" fmla="*/ 988541 h 2347784"/>
                <a:gd name="connsiteX12" fmla="*/ 679621 w 2261286"/>
                <a:gd name="connsiteY12" fmla="*/ 988541 h 2347784"/>
                <a:gd name="connsiteX13" fmla="*/ 716692 w 2261286"/>
                <a:gd name="connsiteY13" fmla="*/ 1000897 h 2347784"/>
                <a:gd name="connsiteX14" fmla="*/ 815546 w 2261286"/>
                <a:gd name="connsiteY14" fmla="*/ 1025611 h 2347784"/>
                <a:gd name="connsiteX15" fmla="*/ 988540 w 2261286"/>
                <a:gd name="connsiteY15" fmla="*/ 1050324 h 2347784"/>
                <a:gd name="connsiteX16" fmla="*/ 1025611 w 2261286"/>
                <a:gd name="connsiteY16" fmla="*/ 1062681 h 2347784"/>
                <a:gd name="connsiteX17" fmla="*/ 1062681 w 2261286"/>
                <a:gd name="connsiteY17" fmla="*/ 1087395 h 2347784"/>
                <a:gd name="connsiteX18" fmla="*/ 1112108 w 2261286"/>
                <a:gd name="connsiteY18" fmla="*/ 1161535 h 2347784"/>
                <a:gd name="connsiteX19" fmla="*/ 1161535 w 2261286"/>
                <a:gd name="connsiteY19" fmla="*/ 1235676 h 2347784"/>
                <a:gd name="connsiteX20" fmla="*/ 1186248 w 2261286"/>
                <a:gd name="connsiteY20" fmla="*/ 1272746 h 2347784"/>
                <a:gd name="connsiteX21" fmla="*/ 1210962 w 2261286"/>
                <a:gd name="connsiteY21" fmla="*/ 1346887 h 2347784"/>
                <a:gd name="connsiteX22" fmla="*/ 1223319 w 2261286"/>
                <a:gd name="connsiteY22" fmla="*/ 1532238 h 2347784"/>
                <a:gd name="connsiteX23" fmla="*/ 1248032 w 2261286"/>
                <a:gd name="connsiteY23" fmla="*/ 1569308 h 2347784"/>
                <a:gd name="connsiteX24" fmla="*/ 1223319 w 2261286"/>
                <a:gd name="connsiteY24" fmla="*/ 1767016 h 2347784"/>
                <a:gd name="connsiteX25" fmla="*/ 1235676 w 2261286"/>
                <a:gd name="connsiteY25" fmla="*/ 2051222 h 2347784"/>
                <a:gd name="connsiteX26" fmla="*/ 1260389 w 2261286"/>
                <a:gd name="connsiteY26" fmla="*/ 2125362 h 2347784"/>
                <a:gd name="connsiteX27" fmla="*/ 1297459 w 2261286"/>
                <a:gd name="connsiteY27" fmla="*/ 2199503 h 2347784"/>
                <a:gd name="connsiteX28" fmla="*/ 1334530 w 2261286"/>
                <a:gd name="connsiteY28" fmla="*/ 2236573 h 2347784"/>
                <a:gd name="connsiteX29" fmla="*/ 1359243 w 2261286"/>
                <a:gd name="connsiteY29" fmla="*/ 2273643 h 2347784"/>
                <a:gd name="connsiteX30" fmla="*/ 1433384 w 2261286"/>
                <a:gd name="connsiteY30" fmla="*/ 2298357 h 2347784"/>
                <a:gd name="connsiteX31" fmla="*/ 1470454 w 2261286"/>
                <a:gd name="connsiteY31" fmla="*/ 2323070 h 2347784"/>
                <a:gd name="connsiteX32" fmla="*/ 1606378 w 2261286"/>
                <a:gd name="connsiteY32" fmla="*/ 2347784 h 2347784"/>
                <a:gd name="connsiteX33" fmla="*/ 1742303 w 2261286"/>
                <a:gd name="connsiteY33" fmla="*/ 2335427 h 2347784"/>
                <a:gd name="connsiteX34" fmla="*/ 1853513 w 2261286"/>
                <a:gd name="connsiteY34" fmla="*/ 2298357 h 2347784"/>
                <a:gd name="connsiteX35" fmla="*/ 1890584 w 2261286"/>
                <a:gd name="connsiteY35" fmla="*/ 2286000 h 2347784"/>
                <a:gd name="connsiteX36" fmla="*/ 1927654 w 2261286"/>
                <a:gd name="connsiteY36" fmla="*/ 2261287 h 2347784"/>
                <a:gd name="connsiteX37" fmla="*/ 2001794 w 2261286"/>
                <a:gd name="connsiteY37" fmla="*/ 2224216 h 2347784"/>
                <a:gd name="connsiteX38" fmla="*/ 2063578 w 2261286"/>
                <a:gd name="connsiteY38" fmla="*/ 2162433 h 2347784"/>
                <a:gd name="connsiteX39" fmla="*/ 2088292 w 2261286"/>
                <a:gd name="connsiteY39" fmla="*/ 2125362 h 2347784"/>
                <a:gd name="connsiteX40" fmla="*/ 2125362 w 2261286"/>
                <a:gd name="connsiteY40" fmla="*/ 1754660 h 2347784"/>
                <a:gd name="connsiteX41" fmla="*/ 2137719 w 2261286"/>
                <a:gd name="connsiteY41" fmla="*/ 1668162 h 2347784"/>
                <a:gd name="connsiteX42" fmla="*/ 2162432 w 2261286"/>
                <a:gd name="connsiteY42" fmla="*/ 1544595 h 2347784"/>
                <a:gd name="connsiteX43" fmla="*/ 2187146 w 2261286"/>
                <a:gd name="connsiteY43" fmla="*/ 1396314 h 2347784"/>
                <a:gd name="connsiteX44" fmla="*/ 2199503 w 2261286"/>
                <a:gd name="connsiteY44" fmla="*/ 1359243 h 2347784"/>
                <a:gd name="connsiteX45" fmla="*/ 2236573 w 2261286"/>
                <a:gd name="connsiteY45" fmla="*/ 1087395 h 2347784"/>
                <a:gd name="connsiteX46" fmla="*/ 2261286 w 2261286"/>
                <a:gd name="connsiteY46" fmla="*/ 753762 h 2347784"/>
                <a:gd name="connsiteX47" fmla="*/ 2248930 w 2261286"/>
                <a:gd name="connsiteY47" fmla="*/ 358346 h 2347784"/>
                <a:gd name="connsiteX48" fmla="*/ 2224216 w 2261286"/>
                <a:gd name="connsiteY48" fmla="*/ 247135 h 2347784"/>
                <a:gd name="connsiteX49" fmla="*/ 2113005 w 2261286"/>
                <a:gd name="connsiteY49" fmla="*/ 185351 h 2347784"/>
                <a:gd name="connsiteX50" fmla="*/ 2001794 w 2261286"/>
                <a:gd name="connsiteY50" fmla="*/ 148281 h 2347784"/>
                <a:gd name="connsiteX51" fmla="*/ 1927654 w 2261286"/>
                <a:gd name="connsiteY51" fmla="*/ 123568 h 2347784"/>
                <a:gd name="connsiteX52" fmla="*/ 1878227 w 2261286"/>
                <a:gd name="connsiteY52" fmla="*/ 111211 h 2347784"/>
                <a:gd name="connsiteX53" fmla="*/ 1804086 w 2261286"/>
                <a:gd name="connsiteY53" fmla="*/ 61784 h 2347784"/>
                <a:gd name="connsiteX54" fmla="*/ 1767016 w 2261286"/>
                <a:gd name="connsiteY54" fmla="*/ 37070 h 2347784"/>
                <a:gd name="connsiteX55" fmla="*/ 1606378 w 2261286"/>
                <a:gd name="connsiteY55" fmla="*/ 0 h 2347784"/>
                <a:gd name="connsiteX56" fmla="*/ 630194 w 2261286"/>
                <a:gd name="connsiteY56" fmla="*/ 24714 h 2347784"/>
                <a:gd name="connsiteX57" fmla="*/ 556054 w 2261286"/>
                <a:gd name="connsiteY57" fmla="*/ 37070 h 2347784"/>
                <a:gd name="connsiteX58" fmla="*/ 247135 w 2261286"/>
                <a:gd name="connsiteY58" fmla="*/ 61784 h 2347784"/>
                <a:gd name="connsiteX59" fmla="*/ 160638 w 2261286"/>
                <a:gd name="connsiteY59" fmla="*/ 86497 h 2347784"/>
                <a:gd name="connsiteX60" fmla="*/ 123567 w 2261286"/>
                <a:gd name="connsiteY60" fmla="*/ 98854 h 234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261286" h="2347784">
                  <a:moveTo>
                    <a:pt x="123567" y="98854"/>
                  </a:moveTo>
                  <a:lnTo>
                    <a:pt x="123567" y="98854"/>
                  </a:lnTo>
                  <a:cubicBezTo>
                    <a:pt x="107091" y="148281"/>
                    <a:pt x="86776" y="196590"/>
                    <a:pt x="74140" y="247135"/>
                  </a:cubicBezTo>
                  <a:cubicBezTo>
                    <a:pt x="31296" y="418523"/>
                    <a:pt x="96520" y="154278"/>
                    <a:pt x="49427" y="358346"/>
                  </a:cubicBezTo>
                  <a:cubicBezTo>
                    <a:pt x="41789" y="391442"/>
                    <a:pt x="35453" y="424977"/>
                    <a:pt x="24713" y="457200"/>
                  </a:cubicBezTo>
                  <a:cubicBezTo>
                    <a:pt x="20594" y="469557"/>
                    <a:pt x="15182" y="481555"/>
                    <a:pt x="12357" y="494270"/>
                  </a:cubicBezTo>
                  <a:cubicBezTo>
                    <a:pt x="6922" y="518728"/>
                    <a:pt x="4119" y="543697"/>
                    <a:pt x="0" y="568411"/>
                  </a:cubicBezTo>
                  <a:cubicBezTo>
                    <a:pt x="4119" y="663146"/>
                    <a:pt x="5084" y="758071"/>
                    <a:pt x="12357" y="852616"/>
                  </a:cubicBezTo>
                  <a:cubicBezTo>
                    <a:pt x="13356" y="865603"/>
                    <a:pt x="18888" y="878037"/>
                    <a:pt x="24713" y="889687"/>
                  </a:cubicBezTo>
                  <a:cubicBezTo>
                    <a:pt x="31354" y="902970"/>
                    <a:pt x="38926" y="916256"/>
                    <a:pt x="49427" y="926757"/>
                  </a:cubicBezTo>
                  <a:cubicBezTo>
                    <a:pt x="78799" y="956129"/>
                    <a:pt x="123933" y="963949"/>
                    <a:pt x="160638" y="976184"/>
                  </a:cubicBezTo>
                  <a:lnTo>
                    <a:pt x="197708" y="988541"/>
                  </a:lnTo>
                  <a:cubicBezTo>
                    <a:pt x="427191" y="978563"/>
                    <a:pt x="471317" y="966615"/>
                    <a:pt x="679621" y="988541"/>
                  </a:cubicBezTo>
                  <a:cubicBezTo>
                    <a:pt x="692575" y="989905"/>
                    <a:pt x="704126" y="997470"/>
                    <a:pt x="716692" y="1000897"/>
                  </a:cubicBezTo>
                  <a:cubicBezTo>
                    <a:pt x="749461" y="1009834"/>
                    <a:pt x="781788" y="1021860"/>
                    <a:pt x="815546" y="1025611"/>
                  </a:cubicBezTo>
                  <a:cubicBezTo>
                    <a:pt x="884738" y="1033299"/>
                    <a:pt x="925596" y="1034588"/>
                    <a:pt x="988540" y="1050324"/>
                  </a:cubicBezTo>
                  <a:cubicBezTo>
                    <a:pt x="1001177" y="1053483"/>
                    <a:pt x="1013254" y="1058562"/>
                    <a:pt x="1025611" y="1062681"/>
                  </a:cubicBezTo>
                  <a:cubicBezTo>
                    <a:pt x="1037968" y="1070919"/>
                    <a:pt x="1052902" y="1076218"/>
                    <a:pt x="1062681" y="1087395"/>
                  </a:cubicBezTo>
                  <a:cubicBezTo>
                    <a:pt x="1082240" y="1109748"/>
                    <a:pt x="1095633" y="1136822"/>
                    <a:pt x="1112108" y="1161535"/>
                  </a:cubicBezTo>
                  <a:lnTo>
                    <a:pt x="1161535" y="1235676"/>
                  </a:lnTo>
                  <a:cubicBezTo>
                    <a:pt x="1169773" y="1248033"/>
                    <a:pt x="1181552" y="1258657"/>
                    <a:pt x="1186248" y="1272746"/>
                  </a:cubicBezTo>
                  <a:lnTo>
                    <a:pt x="1210962" y="1346887"/>
                  </a:lnTo>
                  <a:cubicBezTo>
                    <a:pt x="1215081" y="1408671"/>
                    <a:pt x="1213139" y="1471160"/>
                    <a:pt x="1223319" y="1532238"/>
                  </a:cubicBezTo>
                  <a:cubicBezTo>
                    <a:pt x="1225760" y="1546887"/>
                    <a:pt x="1246974" y="1554495"/>
                    <a:pt x="1248032" y="1569308"/>
                  </a:cubicBezTo>
                  <a:cubicBezTo>
                    <a:pt x="1252535" y="1632350"/>
                    <a:pt x="1235938" y="1703922"/>
                    <a:pt x="1223319" y="1767016"/>
                  </a:cubicBezTo>
                  <a:cubicBezTo>
                    <a:pt x="1227438" y="1861751"/>
                    <a:pt x="1225919" y="1956901"/>
                    <a:pt x="1235676" y="2051222"/>
                  </a:cubicBezTo>
                  <a:cubicBezTo>
                    <a:pt x="1238357" y="2077134"/>
                    <a:pt x="1252151" y="2100649"/>
                    <a:pt x="1260389" y="2125362"/>
                  </a:cubicBezTo>
                  <a:cubicBezTo>
                    <a:pt x="1272773" y="2162514"/>
                    <a:pt x="1270845" y="2167566"/>
                    <a:pt x="1297459" y="2199503"/>
                  </a:cubicBezTo>
                  <a:cubicBezTo>
                    <a:pt x="1308646" y="2212928"/>
                    <a:pt x="1323343" y="2223148"/>
                    <a:pt x="1334530" y="2236573"/>
                  </a:cubicBezTo>
                  <a:cubicBezTo>
                    <a:pt x="1344037" y="2247982"/>
                    <a:pt x="1346650" y="2265772"/>
                    <a:pt x="1359243" y="2273643"/>
                  </a:cubicBezTo>
                  <a:cubicBezTo>
                    <a:pt x="1381334" y="2287450"/>
                    <a:pt x="1411709" y="2283907"/>
                    <a:pt x="1433384" y="2298357"/>
                  </a:cubicBezTo>
                  <a:cubicBezTo>
                    <a:pt x="1445741" y="2306595"/>
                    <a:pt x="1457171" y="2316429"/>
                    <a:pt x="1470454" y="2323070"/>
                  </a:cubicBezTo>
                  <a:cubicBezTo>
                    <a:pt x="1508552" y="2342119"/>
                    <a:pt x="1572298" y="2343524"/>
                    <a:pt x="1606378" y="2347784"/>
                  </a:cubicBezTo>
                  <a:cubicBezTo>
                    <a:pt x="1651686" y="2343665"/>
                    <a:pt x="1697500" y="2343333"/>
                    <a:pt x="1742303" y="2335427"/>
                  </a:cubicBezTo>
                  <a:cubicBezTo>
                    <a:pt x="1742311" y="2335426"/>
                    <a:pt x="1834974" y="2304537"/>
                    <a:pt x="1853513" y="2298357"/>
                  </a:cubicBezTo>
                  <a:cubicBezTo>
                    <a:pt x="1865870" y="2294238"/>
                    <a:pt x="1879746" y="2293225"/>
                    <a:pt x="1890584" y="2286000"/>
                  </a:cubicBezTo>
                  <a:cubicBezTo>
                    <a:pt x="1902941" y="2277762"/>
                    <a:pt x="1914371" y="2267928"/>
                    <a:pt x="1927654" y="2261287"/>
                  </a:cubicBezTo>
                  <a:cubicBezTo>
                    <a:pt x="2029963" y="2210132"/>
                    <a:pt x="1895566" y="2295037"/>
                    <a:pt x="2001794" y="2224216"/>
                  </a:cubicBezTo>
                  <a:cubicBezTo>
                    <a:pt x="2067701" y="2125358"/>
                    <a:pt x="1981196" y="2244815"/>
                    <a:pt x="2063578" y="2162433"/>
                  </a:cubicBezTo>
                  <a:cubicBezTo>
                    <a:pt x="2074079" y="2151932"/>
                    <a:pt x="2080054" y="2137719"/>
                    <a:pt x="2088292" y="2125362"/>
                  </a:cubicBezTo>
                  <a:cubicBezTo>
                    <a:pt x="2146699" y="1950140"/>
                    <a:pt x="2102780" y="2104671"/>
                    <a:pt x="2125362" y="1754660"/>
                  </a:cubicBezTo>
                  <a:cubicBezTo>
                    <a:pt x="2127237" y="1725595"/>
                    <a:pt x="2133290" y="1696949"/>
                    <a:pt x="2137719" y="1668162"/>
                  </a:cubicBezTo>
                  <a:cubicBezTo>
                    <a:pt x="2155877" y="1550137"/>
                    <a:pt x="2141960" y="1636720"/>
                    <a:pt x="2162432" y="1544595"/>
                  </a:cubicBezTo>
                  <a:cubicBezTo>
                    <a:pt x="2206657" y="1345577"/>
                    <a:pt x="2135547" y="1654306"/>
                    <a:pt x="2187146" y="1396314"/>
                  </a:cubicBezTo>
                  <a:cubicBezTo>
                    <a:pt x="2189701" y="1383542"/>
                    <a:pt x="2195384" y="1371600"/>
                    <a:pt x="2199503" y="1359243"/>
                  </a:cubicBezTo>
                  <a:cubicBezTo>
                    <a:pt x="2219906" y="1236822"/>
                    <a:pt x="2228412" y="1205729"/>
                    <a:pt x="2236573" y="1087395"/>
                  </a:cubicBezTo>
                  <a:cubicBezTo>
                    <a:pt x="2260440" y="741335"/>
                    <a:pt x="2235073" y="963481"/>
                    <a:pt x="2261286" y="753762"/>
                  </a:cubicBezTo>
                  <a:cubicBezTo>
                    <a:pt x="2257167" y="621957"/>
                    <a:pt x="2255861" y="490033"/>
                    <a:pt x="2248930" y="358346"/>
                  </a:cubicBezTo>
                  <a:cubicBezTo>
                    <a:pt x="2248546" y="351041"/>
                    <a:pt x="2237158" y="266548"/>
                    <a:pt x="2224216" y="247135"/>
                  </a:cubicBezTo>
                  <a:cubicBezTo>
                    <a:pt x="2192508" y="199572"/>
                    <a:pt x="2168271" y="203773"/>
                    <a:pt x="2113005" y="185351"/>
                  </a:cubicBezTo>
                  <a:lnTo>
                    <a:pt x="2001794" y="148281"/>
                  </a:lnTo>
                  <a:lnTo>
                    <a:pt x="1927654" y="123568"/>
                  </a:lnTo>
                  <a:lnTo>
                    <a:pt x="1878227" y="111211"/>
                  </a:lnTo>
                  <a:lnTo>
                    <a:pt x="1804086" y="61784"/>
                  </a:lnTo>
                  <a:cubicBezTo>
                    <a:pt x="1791729" y="53546"/>
                    <a:pt x="1781105" y="41766"/>
                    <a:pt x="1767016" y="37070"/>
                  </a:cubicBezTo>
                  <a:cubicBezTo>
                    <a:pt x="1665245" y="3147"/>
                    <a:pt x="1718664" y="16041"/>
                    <a:pt x="1606378" y="0"/>
                  </a:cubicBezTo>
                  <a:cubicBezTo>
                    <a:pt x="1438752" y="2619"/>
                    <a:pt x="917693" y="-2666"/>
                    <a:pt x="630194" y="24714"/>
                  </a:cubicBezTo>
                  <a:cubicBezTo>
                    <a:pt x="605253" y="27089"/>
                    <a:pt x="580992" y="34657"/>
                    <a:pt x="556054" y="37070"/>
                  </a:cubicBezTo>
                  <a:cubicBezTo>
                    <a:pt x="453232" y="47020"/>
                    <a:pt x="247135" y="61784"/>
                    <a:pt x="247135" y="61784"/>
                  </a:cubicBezTo>
                  <a:cubicBezTo>
                    <a:pt x="215897" y="69594"/>
                    <a:pt x="190178" y="74681"/>
                    <a:pt x="160638" y="86497"/>
                  </a:cubicBezTo>
                  <a:cubicBezTo>
                    <a:pt x="152086" y="89918"/>
                    <a:pt x="129745" y="96795"/>
                    <a:pt x="123567" y="9885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satMod val="105000"/>
                    <a:tint val="67000"/>
                    <a:lumMod val="99000"/>
                    <a:lumOff val="1000"/>
                    <a:alpha val="38190"/>
                  </a:schemeClr>
                </a:gs>
                <a:gs pos="5600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</a:gradFill>
            <a:ln>
              <a:solidFill>
                <a:schemeClr val="accent2">
                  <a:alpha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95551D5-5315-6BC1-E0F0-6619DCB180F6}"/>
                </a:ext>
              </a:extLst>
            </p:cNvPr>
            <p:cNvGrpSpPr/>
            <p:nvPr/>
          </p:nvGrpSpPr>
          <p:grpSpPr>
            <a:xfrm>
              <a:off x="8243233" y="3692311"/>
              <a:ext cx="3029799" cy="1781880"/>
              <a:chOff x="8347184" y="3119273"/>
              <a:chExt cx="1425094" cy="773549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A07A351-3DB6-C174-A1C1-D47F5007D64E}"/>
                  </a:ext>
                </a:extLst>
              </p:cNvPr>
              <p:cNvSpPr/>
              <p:nvPr/>
            </p:nvSpPr>
            <p:spPr>
              <a:xfrm>
                <a:off x="8347184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715E54E-D4A9-A99D-217F-B4652856B92E}"/>
                  </a:ext>
                </a:extLst>
              </p:cNvPr>
              <p:cNvSpPr/>
              <p:nvPr/>
            </p:nvSpPr>
            <p:spPr>
              <a:xfrm>
                <a:off x="8930508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0228BF5-C588-E7E1-45C8-6A7DFFEDC1C1}"/>
                  </a:ext>
                </a:extLst>
              </p:cNvPr>
              <p:cNvSpPr/>
              <p:nvPr/>
            </p:nvSpPr>
            <p:spPr>
              <a:xfrm>
                <a:off x="9540243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EBD6015-ECAA-9A8D-88EF-EA2DB5CCDC54}"/>
                  </a:ext>
                </a:extLst>
              </p:cNvPr>
              <p:cNvSpPr/>
              <p:nvPr/>
            </p:nvSpPr>
            <p:spPr>
              <a:xfrm>
                <a:off x="8347184" y="36710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b="1" dirty="0">
                    <a:solidFill>
                      <a:srgbClr val="FF0000"/>
                    </a:solidFill>
                  </a:rPr>
                  <a:t>?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07DAF0A-5208-DEE3-D9BA-E2C074BF6C5E}"/>
                  </a:ext>
                </a:extLst>
              </p:cNvPr>
              <p:cNvSpPr/>
              <p:nvPr/>
            </p:nvSpPr>
            <p:spPr>
              <a:xfrm>
                <a:off x="8914742" y="36787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B1C0C08-CCB0-0669-58FF-39CA9A13B2AF}"/>
                  </a:ext>
                </a:extLst>
              </p:cNvPr>
              <p:cNvSpPr/>
              <p:nvPr/>
            </p:nvSpPr>
            <p:spPr>
              <a:xfrm>
                <a:off x="9541050" y="3682615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915501B-3F88-859B-06C3-C7F95CF2C1F3}"/>
                  </a:ext>
                </a:extLst>
              </p:cNvPr>
              <p:cNvCxnSpPr/>
              <p:nvPr/>
            </p:nvCxnSpPr>
            <p:spPr>
              <a:xfrm>
                <a:off x="8571594" y="3215427"/>
                <a:ext cx="352096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E35B509-BD03-28D1-1BD5-13D90A00166C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 flipV="1">
                <a:off x="9161736" y="3215427"/>
                <a:ext cx="378372" cy="89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8742BCD-2370-EC8F-6AFB-D4C13E781061}"/>
                  </a:ext>
                </a:extLst>
              </p:cNvPr>
              <p:cNvCxnSpPr>
                <a:cxnSpLocks/>
                <a:endCxn id="15" idx="2"/>
              </p:cNvCxnSpPr>
              <p:nvPr/>
            </p:nvCxnSpPr>
            <p:spPr>
              <a:xfrm>
                <a:off x="8578412" y="3783868"/>
                <a:ext cx="336330" cy="2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C9B6015F-F26C-75E2-6810-A18511E66A6C}"/>
                  </a:ext>
                </a:extLst>
              </p:cNvPr>
              <p:cNvCxnSpPr>
                <a:cxnSpLocks/>
                <a:stCxn id="15" idx="6"/>
                <a:endCxn id="16" idx="2"/>
              </p:cNvCxnSpPr>
              <p:nvPr/>
            </p:nvCxnSpPr>
            <p:spPr>
              <a:xfrm>
                <a:off x="9145970" y="3783870"/>
                <a:ext cx="395080" cy="38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22F6A16-4015-5138-D1A9-5FC054D5B1F6}"/>
                  </a:ext>
                </a:extLst>
              </p:cNvPr>
              <p:cNvCxnSpPr>
                <a:cxnSpLocks/>
                <a:stCxn id="11" idx="4"/>
                <a:endCxn id="14" idx="0"/>
              </p:cNvCxnSpPr>
              <p:nvPr/>
            </p:nvCxnSpPr>
            <p:spPr>
              <a:xfrm>
                <a:off x="8462798" y="3329480"/>
                <a:ext cx="0" cy="341586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60E3E55-4CBC-C6D7-A683-24EE3ABBD247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9030356" y="3337179"/>
                <a:ext cx="3409" cy="3415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CFD2F02B-F726-8782-FD56-FD44B947CCE4}"/>
                  </a:ext>
                </a:extLst>
              </p:cNvPr>
              <p:cNvCxnSpPr>
                <a:cxnSpLocks/>
                <a:stCxn id="13" idx="4"/>
              </p:cNvCxnSpPr>
              <p:nvPr/>
            </p:nvCxnSpPr>
            <p:spPr>
              <a:xfrm>
                <a:off x="9655857" y="3329480"/>
                <a:ext cx="0" cy="34158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19BAA-625E-92CD-F350-9605D272D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204" y="1738134"/>
            <a:ext cx="6989060" cy="4351338"/>
          </a:xfrm>
        </p:spPr>
        <p:txBody>
          <a:bodyPr>
            <a:normAutofit fontScale="92500"/>
          </a:bodyPr>
          <a:lstStyle/>
          <a:p>
            <a:r>
              <a:rPr lang="en-AU" dirty="0"/>
              <a:t>The node set of g is decomposed into 3 parts</a:t>
            </a:r>
          </a:p>
          <a:p>
            <a:pPr lvl="1"/>
            <a:r>
              <a:rPr lang="en-AU" dirty="0"/>
              <a:t>node 4</a:t>
            </a:r>
          </a:p>
          <a:p>
            <a:pPr lvl="1"/>
            <a:r>
              <a:rPr lang="en-AU" dirty="0"/>
              <a:t>nodes in the map, i.e., nodes 1,2,3</a:t>
            </a:r>
          </a:p>
          <a:p>
            <a:pPr lvl="1"/>
            <a:r>
              <a:rPr lang="en-AU" dirty="0"/>
              <a:t>nodes outside the map </a:t>
            </a:r>
            <a:r>
              <a:rPr lang="en-AU" dirty="0" err="1"/>
              <a:t>ecxept</a:t>
            </a:r>
            <a:r>
              <a:rPr lang="en-AU" dirty="0"/>
              <a:t> 4</a:t>
            </a:r>
          </a:p>
          <a:p>
            <a:pPr lvl="1"/>
            <a:r>
              <a:rPr lang="en-AU" dirty="0"/>
              <a:t>we are also interested in the </a:t>
            </a:r>
            <a:r>
              <a:rPr lang="en-AU" dirty="0">
                <a:solidFill>
                  <a:srgbClr val="FF0000"/>
                </a:solidFill>
              </a:rPr>
              <a:t>map neighbourhood</a:t>
            </a:r>
          </a:p>
          <a:p>
            <a:r>
              <a:rPr lang="en-AU" dirty="0"/>
              <a:t>node 4 in g has 1 neighbour in the map, 1 neighbour outside the map; it has 0 neighbour which is in the map neighbourhood</a:t>
            </a:r>
          </a:p>
          <a:p>
            <a:r>
              <a:rPr lang="en-AU" dirty="0"/>
              <a:t>the candidate node </a:t>
            </a:r>
            <a:r>
              <a:rPr lang="en-AU" b="1" dirty="0">
                <a:solidFill>
                  <a:srgbClr val="FF0000"/>
                </a:solidFill>
              </a:rPr>
              <a:t>? </a:t>
            </a:r>
            <a:r>
              <a:rPr lang="en-AU" dirty="0"/>
              <a:t> in G has 2 neighbours in the map and 0 neighbour outside the map; it has no neighbour in the neighbourhood of the map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D91751-D818-B5C7-25E1-8451E49E248F}"/>
              </a:ext>
            </a:extLst>
          </p:cNvPr>
          <p:cNvSpPr txBox="1"/>
          <p:nvPr/>
        </p:nvSpPr>
        <p:spPr>
          <a:xfrm>
            <a:off x="8613460" y="6114118"/>
            <a:ext cx="2164439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sz="2000" dirty="0"/>
              <a:t>Can we map 4 to </a:t>
            </a:r>
            <a:r>
              <a:rPr lang="en-AU" sz="2000" b="1" dirty="0">
                <a:solidFill>
                  <a:srgbClr val="FF0000"/>
                </a:solidFill>
              </a:rPr>
              <a:t>?</a:t>
            </a:r>
            <a:r>
              <a:rPr lang="en-AU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8718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F3EB-55A3-D028-CB7E-78329863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1189" cy="1325563"/>
          </a:xfrm>
        </p:spPr>
        <p:txBody>
          <a:bodyPr/>
          <a:lstStyle/>
          <a:p>
            <a:r>
              <a:rPr lang="en-AU" dirty="0"/>
              <a:t>Subgraph Isomorphism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551EB8-2FB8-9ED9-5F17-EB5316D7D055}"/>
              </a:ext>
            </a:extLst>
          </p:cNvPr>
          <p:cNvGrpSpPr/>
          <p:nvPr/>
        </p:nvGrpSpPr>
        <p:grpSpPr>
          <a:xfrm>
            <a:off x="8647057" y="370703"/>
            <a:ext cx="2500477" cy="2619632"/>
            <a:chOff x="8647057" y="370703"/>
            <a:chExt cx="2500477" cy="261963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110B85E-C5C2-54AC-CC13-C60EE89D5FCB}"/>
                </a:ext>
              </a:extLst>
            </p:cNvPr>
            <p:cNvSpPr/>
            <p:nvPr/>
          </p:nvSpPr>
          <p:spPr>
            <a:xfrm>
              <a:off x="9451895" y="370703"/>
              <a:ext cx="890709" cy="2619632"/>
            </a:xfrm>
            <a:custGeom>
              <a:avLst/>
              <a:gdLst>
                <a:gd name="connsiteX0" fmla="*/ 172994 w 988540"/>
                <a:gd name="connsiteY0" fmla="*/ 74140 h 2619632"/>
                <a:gd name="connsiteX1" fmla="*/ 172994 w 988540"/>
                <a:gd name="connsiteY1" fmla="*/ 74140 h 2619632"/>
                <a:gd name="connsiteX2" fmla="*/ 160638 w 988540"/>
                <a:gd name="connsiteY2" fmla="*/ 210065 h 2619632"/>
                <a:gd name="connsiteX3" fmla="*/ 148281 w 988540"/>
                <a:gd name="connsiteY3" fmla="*/ 395416 h 2619632"/>
                <a:gd name="connsiteX4" fmla="*/ 111211 w 988540"/>
                <a:gd name="connsiteY4" fmla="*/ 580767 h 2619632"/>
                <a:gd name="connsiteX5" fmla="*/ 98854 w 988540"/>
                <a:gd name="connsiteY5" fmla="*/ 642551 h 2619632"/>
                <a:gd name="connsiteX6" fmla="*/ 86497 w 988540"/>
                <a:gd name="connsiteY6" fmla="*/ 729048 h 2619632"/>
                <a:gd name="connsiteX7" fmla="*/ 74140 w 988540"/>
                <a:gd name="connsiteY7" fmla="*/ 778475 h 2619632"/>
                <a:gd name="connsiteX8" fmla="*/ 61784 w 988540"/>
                <a:gd name="connsiteY8" fmla="*/ 852616 h 2619632"/>
                <a:gd name="connsiteX9" fmla="*/ 49427 w 988540"/>
                <a:gd name="connsiteY9" fmla="*/ 914400 h 2619632"/>
                <a:gd name="connsiteX10" fmla="*/ 37070 w 988540"/>
                <a:gd name="connsiteY10" fmla="*/ 963827 h 2619632"/>
                <a:gd name="connsiteX11" fmla="*/ 24713 w 988540"/>
                <a:gd name="connsiteY11" fmla="*/ 1050324 h 2619632"/>
                <a:gd name="connsiteX12" fmla="*/ 0 w 988540"/>
                <a:gd name="connsiteY12" fmla="*/ 1198605 h 2619632"/>
                <a:gd name="connsiteX13" fmla="*/ 12357 w 988540"/>
                <a:gd name="connsiteY13" fmla="*/ 1890583 h 2619632"/>
                <a:gd name="connsiteX14" fmla="*/ 37070 w 988540"/>
                <a:gd name="connsiteY14" fmla="*/ 2038865 h 2619632"/>
                <a:gd name="connsiteX15" fmla="*/ 49427 w 988540"/>
                <a:gd name="connsiteY15" fmla="*/ 2125362 h 2619632"/>
                <a:gd name="connsiteX16" fmla="*/ 86497 w 988540"/>
                <a:gd name="connsiteY16" fmla="*/ 2434281 h 2619632"/>
                <a:gd name="connsiteX17" fmla="*/ 98854 w 988540"/>
                <a:gd name="connsiteY17" fmla="*/ 2471351 h 2619632"/>
                <a:gd name="connsiteX18" fmla="*/ 160638 w 988540"/>
                <a:gd name="connsiteY18" fmla="*/ 2545492 h 2619632"/>
                <a:gd name="connsiteX19" fmla="*/ 197708 w 988540"/>
                <a:gd name="connsiteY19" fmla="*/ 2557848 h 2619632"/>
                <a:gd name="connsiteX20" fmla="*/ 308919 w 988540"/>
                <a:gd name="connsiteY20" fmla="*/ 2607275 h 2619632"/>
                <a:gd name="connsiteX21" fmla="*/ 345989 w 988540"/>
                <a:gd name="connsiteY21" fmla="*/ 2619632 h 2619632"/>
                <a:gd name="connsiteX22" fmla="*/ 654908 w 988540"/>
                <a:gd name="connsiteY22" fmla="*/ 2607275 h 2619632"/>
                <a:gd name="connsiteX23" fmla="*/ 691978 w 988540"/>
                <a:gd name="connsiteY23" fmla="*/ 2594919 h 2619632"/>
                <a:gd name="connsiteX24" fmla="*/ 766119 w 988540"/>
                <a:gd name="connsiteY24" fmla="*/ 2545492 h 2619632"/>
                <a:gd name="connsiteX25" fmla="*/ 827903 w 988540"/>
                <a:gd name="connsiteY25" fmla="*/ 2483708 h 2619632"/>
                <a:gd name="connsiteX26" fmla="*/ 864973 w 988540"/>
                <a:gd name="connsiteY26" fmla="*/ 2446638 h 2619632"/>
                <a:gd name="connsiteX27" fmla="*/ 889686 w 988540"/>
                <a:gd name="connsiteY27" fmla="*/ 2409567 h 2619632"/>
                <a:gd name="connsiteX28" fmla="*/ 914400 w 988540"/>
                <a:gd name="connsiteY28" fmla="*/ 2323070 h 2619632"/>
                <a:gd name="connsiteX29" fmla="*/ 902043 w 988540"/>
                <a:gd name="connsiteY29" fmla="*/ 1804086 h 2619632"/>
                <a:gd name="connsiteX30" fmla="*/ 877330 w 988540"/>
                <a:gd name="connsiteY30" fmla="*/ 1631092 h 2619632"/>
                <a:gd name="connsiteX31" fmla="*/ 889686 w 988540"/>
                <a:gd name="connsiteY31" fmla="*/ 1359243 h 2619632"/>
                <a:gd name="connsiteX32" fmla="*/ 902043 w 988540"/>
                <a:gd name="connsiteY32" fmla="*/ 1285102 h 2619632"/>
                <a:gd name="connsiteX33" fmla="*/ 914400 w 988540"/>
                <a:gd name="connsiteY33" fmla="*/ 1186248 h 2619632"/>
                <a:gd name="connsiteX34" fmla="*/ 939113 w 988540"/>
                <a:gd name="connsiteY34" fmla="*/ 1025611 h 2619632"/>
                <a:gd name="connsiteX35" fmla="*/ 951470 w 988540"/>
                <a:gd name="connsiteY35" fmla="*/ 753762 h 2619632"/>
                <a:gd name="connsiteX36" fmla="*/ 963827 w 988540"/>
                <a:gd name="connsiteY36" fmla="*/ 691978 h 2619632"/>
                <a:gd name="connsiteX37" fmla="*/ 988540 w 988540"/>
                <a:gd name="connsiteY37" fmla="*/ 531340 h 2619632"/>
                <a:gd name="connsiteX38" fmla="*/ 976184 w 988540"/>
                <a:gd name="connsiteY38" fmla="*/ 296562 h 2619632"/>
                <a:gd name="connsiteX39" fmla="*/ 951470 w 988540"/>
                <a:gd name="connsiteY39" fmla="*/ 222421 h 2619632"/>
                <a:gd name="connsiteX40" fmla="*/ 939113 w 988540"/>
                <a:gd name="connsiteY40" fmla="*/ 185351 h 2619632"/>
                <a:gd name="connsiteX41" fmla="*/ 914400 w 988540"/>
                <a:gd name="connsiteY41" fmla="*/ 148281 h 2619632"/>
                <a:gd name="connsiteX42" fmla="*/ 902043 w 988540"/>
                <a:gd name="connsiteY42" fmla="*/ 111211 h 2619632"/>
                <a:gd name="connsiteX43" fmla="*/ 790832 w 988540"/>
                <a:gd name="connsiteY43" fmla="*/ 12356 h 2619632"/>
                <a:gd name="connsiteX44" fmla="*/ 753762 w 988540"/>
                <a:gd name="connsiteY44" fmla="*/ 0 h 2619632"/>
                <a:gd name="connsiteX45" fmla="*/ 432486 w 988540"/>
                <a:gd name="connsiteY45" fmla="*/ 12356 h 2619632"/>
                <a:gd name="connsiteX46" fmla="*/ 333632 w 988540"/>
                <a:gd name="connsiteY46" fmla="*/ 37070 h 2619632"/>
                <a:gd name="connsiteX47" fmla="*/ 271849 w 988540"/>
                <a:gd name="connsiteY47" fmla="*/ 49427 h 2619632"/>
                <a:gd name="connsiteX48" fmla="*/ 172994 w 988540"/>
                <a:gd name="connsiteY48" fmla="*/ 74140 h 2619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988540" h="2619632">
                  <a:moveTo>
                    <a:pt x="172994" y="74140"/>
                  </a:moveTo>
                  <a:lnTo>
                    <a:pt x="172994" y="74140"/>
                  </a:lnTo>
                  <a:cubicBezTo>
                    <a:pt x="168875" y="119448"/>
                    <a:pt x="164127" y="164704"/>
                    <a:pt x="160638" y="210065"/>
                  </a:cubicBezTo>
                  <a:cubicBezTo>
                    <a:pt x="155889" y="271803"/>
                    <a:pt x="153887" y="333749"/>
                    <a:pt x="148281" y="395416"/>
                  </a:cubicBezTo>
                  <a:cubicBezTo>
                    <a:pt x="138020" y="508283"/>
                    <a:pt x="134941" y="462117"/>
                    <a:pt x="111211" y="580767"/>
                  </a:cubicBezTo>
                  <a:cubicBezTo>
                    <a:pt x="107092" y="601362"/>
                    <a:pt x="102307" y="621834"/>
                    <a:pt x="98854" y="642551"/>
                  </a:cubicBezTo>
                  <a:cubicBezTo>
                    <a:pt x="94066" y="671280"/>
                    <a:pt x="91707" y="700393"/>
                    <a:pt x="86497" y="729048"/>
                  </a:cubicBezTo>
                  <a:cubicBezTo>
                    <a:pt x="83459" y="745757"/>
                    <a:pt x="77471" y="761822"/>
                    <a:pt x="74140" y="778475"/>
                  </a:cubicBezTo>
                  <a:cubicBezTo>
                    <a:pt x="69227" y="803043"/>
                    <a:pt x="66266" y="827966"/>
                    <a:pt x="61784" y="852616"/>
                  </a:cubicBezTo>
                  <a:cubicBezTo>
                    <a:pt x="58027" y="873280"/>
                    <a:pt x="53983" y="893898"/>
                    <a:pt x="49427" y="914400"/>
                  </a:cubicBezTo>
                  <a:cubicBezTo>
                    <a:pt x="45743" y="930978"/>
                    <a:pt x="40108" y="947118"/>
                    <a:pt x="37070" y="963827"/>
                  </a:cubicBezTo>
                  <a:cubicBezTo>
                    <a:pt x="31860" y="992482"/>
                    <a:pt x="29255" y="1021555"/>
                    <a:pt x="24713" y="1050324"/>
                  </a:cubicBezTo>
                  <a:cubicBezTo>
                    <a:pt x="16898" y="1099820"/>
                    <a:pt x="0" y="1198605"/>
                    <a:pt x="0" y="1198605"/>
                  </a:cubicBezTo>
                  <a:cubicBezTo>
                    <a:pt x="4119" y="1429264"/>
                    <a:pt x="2189" y="1660111"/>
                    <a:pt x="12357" y="1890583"/>
                  </a:cubicBezTo>
                  <a:cubicBezTo>
                    <a:pt x="14566" y="1940643"/>
                    <a:pt x="29983" y="1989260"/>
                    <a:pt x="37070" y="2038865"/>
                  </a:cubicBezTo>
                  <a:lnTo>
                    <a:pt x="49427" y="2125362"/>
                  </a:lnTo>
                  <a:cubicBezTo>
                    <a:pt x="63153" y="2386145"/>
                    <a:pt x="37003" y="2285797"/>
                    <a:pt x="86497" y="2434281"/>
                  </a:cubicBezTo>
                  <a:cubicBezTo>
                    <a:pt x="90616" y="2446638"/>
                    <a:pt x="91629" y="2460513"/>
                    <a:pt x="98854" y="2471351"/>
                  </a:cubicBezTo>
                  <a:cubicBezTo>
                    <a:pt x="117090" y="2498705"/>
                    <a:pt x="132094" y="2526463"/>
                    <a:pt x="160638" y="2545492"/>
                  </a:cubicBezTo>
                  <a:cubicBezTo>
                    <a:pt x="171475" y="2552717"/>
                    <a:pt x="185351" y="2553729"/>
                    <a:pt x="197708" y="2557848"/>
                  </a:cubicBezTo>
                  <a:cubicBezTo>
                    <a:pt x="256454" y="2597013"/>
                    <a:pt x="220687" y="2577865"/>
                    <a:pt x="308919" y="2607275"/>
                  </a:cubicBezTo>
                  <a:lnTo>
                    <a:pt x="345989" y="2619632"/>
                  </a:lnTo>
                  <a:cubicBezTo>
                    <a:pt x="448962" y="2615513"/>
                    <a:pt x="552115" y="2614617"/>
                    <a:pt x="654908" y="2607275"/>
                  </a:cubicBezTo>
                  <a:cubicBezTo>
                    <a:pt x="667900" y="2606347"/>
                    <a:pt x="681141" y="2602144"/>
                    <a:pt x="691978" y="2594919"/>
                  </a:cubicBezTo>
                  <a:cubicBezTo>
                    <a:pt x="784539" y="2533212"/>
                    <a:pt x="677976" y="2574871"/>
                    <a:pt x="766119" y="2545492"/>
                  </a:cubicBezTo>
                  <a:cubicBezTo>
                    <a:pt x="834081" y="2500183"/>
                    <a:pt x="776416" y="2545492"/>
                    <a:pt x="827903" y="2483708"/>
                  </a:cubicBezTo>
                  <a:cubicBezTo>
                    <a:pt x="839090" y="2470283"/>
                    <a:pt x="853786" y="2460063"/>
                    <a:pt x="864973" y="2446638"/>
                  </a:cubicBezTo>
                  <a:cubicBezTo>
                    <a:pt x="874480" y="2435229"/>
                    <a:pt x="883044" y="2422850"/>
                    <a:pt x="889686" y="2409567"/>
                  </a:cubicBezTo>
                  <a:cubicBezTo>
                    <a:pt x="898550" y="2391838"/>
                    <a:pt x="910440" y="2338909"/>
                    <a:pt x="914400" y="2323070"/>
                  </a:cubicBezTo>
                  <a:cubicBezTo>
                    <a:pt x="910281" y="2150075"/>
                    <a:pt x="908959" y="1976991"/>
                    <a:pt x="902043" y="1804086"/>
                  </a:cubicBezTo>
                  <a:cubicBezTo>
                    <a:pt x="900415" y="1763398"/>
                    <a:pt x="884705" y="1675347"/>
                    <a:pt x="877330" y="1631092"/>
                  </a:cubicBezTo>
                  <a:cubicBezTo>
                    <a:pt x="881449" y="1540476"/>
                    <a:pt x="883223" y="1449722"/>
                    <a:pt x="889686" y="1359243"/>
                  </a:cubicBezTo>
                  <a:cubicBezTo>
                    <a:pt x="891471" y="1334252"/>
                    <a:pt x="898500" y="1309905"/>
                    <a:pt x="902043" y="1285102"/>
                  </a:cubicBezTo>
                  <a:cubicBezTo>
                    <a:pt x="906739" y="1252228"/>
                    <a:pt x="909350" y="1219070"/>
                    <a:pt x="914400" y="1186248"/>
                  </a:cubicBezTo>
                  <a:cubicBezTo>
                    <a:pt x="952131" y="941000"/>
                    <a:pt x="894329" y="1383905"/>
                    <a:pt x="939113" y="1025611"/>
                  </a:cubicBezTo>
                  <a:cubicBezTo>
                    <a:pt x="943232" y="934995"/>
                    <a:pt x="944769" y="844224"/>
                    <a:pt x="951470" y="753762"/>
                  </a:cubicBezTo>
                  <a:cubicBezTo>
                    <a:pt x="953022" y="732817"/>
                    <a:pt x="960070" y="712642"/>
                    <a:pt x="963827" y="691978"/>
                  </a:cubicBezTo>
                  <a:cubicBezTo>
                    <a:pt x="975260" y="629098"/>
                    <a:pt x="979282" y="596154"/>
                    <a:pt x="988540" y="531340"/>
                  </a:cubicBezTo>
                  <a:cubicBezTo>
                    <a:pt x="984421" y="453081"/>
                    <a:pt x="985521" y="374371"/>
                    <a:pt x="976184" y="296562"/>
                  </a:cubicBezTo>
                  <a:cubicBezTo>
                    <a:pt x="973080" y="270697"/>
                    <a:pt x="959708" y="247135"/>
                    <a:pt x="951470" y="222421"/>
                  </a:cubicBezTo>
                  <a:cubicBezTo>
                    <a:pt x="947351" y="210064"/>
                    <a:pt x="946338" y="196189"/>
                    <a:pt x="939113" y="185351"/>
                  </a:cubicBezTo>
                  <a:cubicBezTo>
                    <a:pt x="930875" y="172994"/>
                    <a:pt x="921041" y="161564"/>
                    <a:pt x="914400" y="148281"/>
                  </a:cubicBezTo>
                  <a:cubicBezTo>
                    <a:pt x="908575" y="136631"/>
                    <a:pt x="910040" y="121492"/>
                    <a:pt x="902043" y="111211"/>
                  </a:cubicBezTo>
                  <a:cubicBezTo>
                    <a:pt x="881202" y="84416"/>
                    <a:pt x="829873" y="31876"/>
                    <a:pt x="790832" y="12356"/>
                  </a:cubicBezTo>
                  <a:cubicBezTo>
                    <a:pt x="779182" y="6531"/>
                    <a:pt x="766119" y="4119"/>
                    <a:pt x="753762" y="0"/>
                  </a:cubicBezTo>
                  <a:cubicBezTo>
                    <a:pt x="646670" y="4119"/>
                    <a:pt x="539242" y="2936"/>
                    <a:pt x="432486" y="12356"/>
                  </a:cubicBezTo>
                  <a:cubicBezTo>
                    <a:pt x="398652" y="15341"/>
                    <a:pt x="366938" y="30409"/>
                    <a:pt x="333632" y="37070"/>
                  </a:cubicBezTo>
                  <a:cubicBezTo>
                    <a:pt x="313038" y="41189"/>
                    <a:pt x="292224" y="44333"/>
                    <a:pt x="271849" y="49427"/>
                  </a:cubicBezTo>
                  <a:lnTo>
                    <a:pt x="172994" y="74140"/>
                  </a:ln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2B8EFD5-41BB-7D12-E269-1DA6AF15392B}"/>
                </a:ext>
              </a:extLst>
            </p:cNvPr>
            <p:cNvGrpSpPr/>
            <p:nvPr/>
          </p:nvGrpSpPr>
          <p:grpSpPr>
            <a:xfrm>
              <a:off x="8647057" y="537169"/>
              <a:ext cx="2500477" cy="2335408"/>
              <a:chOff x="8247336" y="672661"/>
              <a:chExt cx="1408386" cy="1336065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F23F6C9-6188-192F-7EDE-6F636EEA9C49}"/>
                  </a:ext>
                </a:extLst>
              </p:cNvPr>
              <p:cNvSpPr/>
              <p:nvPr/>
            </p:nvSpPr>
            <p:spPr>
              <a:xfrm>
                <a:off x="8247336" y="672661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4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1235237-8169-4555-B7A4-ACC23A3EB1DB}"/>
                  </a:ext>
                </a:extLst>
              </p:cNvPr>
              <p:cNvSpPr/>
              <p:nvPr/>
            </p:nvSpPr>
            <p:spPr>
              <a:xfrm>
                <a:off x="8837580" y="672661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38180DC-FB40-D38E-0224-43386C2180B0}"/>
                  </a:ext>
                </a:extLst>
              </p:cNvPr>
              <p:cNvSpPr/>
              <p:nvPr/>
            </p:nvSpPr>
            <p:spPr>
              <a:xfrm>
                <a:off x="8839283" y="1798519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6A5270-A152-584E-1B46-1357DE141E3E}"/>
                  </a:ext>
                </a:extLst>
              </p:cNvPr>
              <p:cNvSpPr/>
              <p:nvPr/>
            </p:nvSpPr>
            <p:spPr>
              <a:xfrm>
                <a:off x="8253801" y="1224454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66A4F7C-3DA5-4221-DF5A-E4B0522DE622}"/>
                  </a:ext>
                </a:extLst>
              </p:cNvPr>
              <p:cNvSpPr/>
              <p:nvPr/>
            </p:nvSpPr>
            <p:spPr>
              <a:xfrm>
                <a:off x="8834288" y="1224454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3525E80-8850-0189-1CEF-C44B85F79F8B}"/>
                  </a:ext>
                </a:extLst>
              </p:cNvPr>
              <p:cNvSpPr/>
              <p:nvPr/>
            </p:nvSpPr>
            <p:spPr>
              <a:xfrm>
                <a:off x="9424494" y="1224453"/>
                <a:ext cx="231228" cy="210207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CC8ADA8-0667-F343-7380-315682BF84E4}"/>
                  </a:ext>
                </a:extLst>
              </p:cNvPr>
              <p:cNvCxnSpPr>
                <a:stCxn id="4" idx="6"/>
                <a:endCxn id="5" idx="2"/>
              </p:cNvCxnSpPr>
              <p:nvPr/>
            </p:nvCxnSpPr>
            <p:spPr>
              <a:xfrm>
                <a:off x="8478564" y="777765"/>
                <a:ext cx="359016" cy="0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62D1968-0998-F722-DFCB-26ACF170E44D}"/>
                  </a:ext>
                </a:extLst>
              </p:cNvPr>
              <p:cNvCxnSpPr>
                <a:cxnSpLocks/>
                <a:stCxn id="5" idx="4"/>
                <a:endCxn id="8" idx="0"/>
              </p:cNvCxnSpPr>
              <p:nvPr/>
            </p:nvCxnSpPr>
            <p:spPr>
              <a:xfrm flipH="1">
                <a:off x="8949902" y="882868"/>
                <a:ext cx="3292" cy="341586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C57A103-ACE8-E324-0668-E8AB5AA2D5D3}"/>
                  </a:ext>
                </a:extLst>
              </p:cNvPr>
              <p:cNvCxnSpPr>
                <a:cxnSpLocks/>
                <a:stCxn id="4" idx="4"/>
              </p:cNvCxnSpPr>
              <p:nvPr/>
            </p:nvCxnSpPr>
            <p:spPr>
              <a:xfrm flipH="1">
                <a:off x="8355067" y="882868"/>
                <a:ext cx="7883" cy="341585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B6EAA95-B09E-3852-29EC-7F9D6A64BC22}"/>
                  </a:ext>
                </a:extLst>
              </p:cNvPr>
              <p:cNvCxnSpPr/>
              <p:nvPr/>
            </p:nvCxnSpPr>
            <p:spPr>
              <a:xfrm>
                <a:off x="9061888" y="1329556"/>
                <a:ext cx="352096" cy="0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65B17F6-8611-1E8F-6647-2838681D26AD}"/>
                  </a:ext>
                </a:extLst>
              </p:cNvPr>
              <p:cNvCxnSpPr>
                <a:cxnSpLocks/>
                <a:stCxn id="8" idx="4"/>
              </p:cNvCxnSpPr>
              <p:nvPr/>
            </p:nvCxnSpPr>
            <p:spPr>
              <a:xfrm flipH="1">
                <a:off x="8949902" y="1434661"/>
                <a:ext cx="1" cy="356202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4737094-C173-56C6-93DF-46CFAFA20432}"/>
              </a:ext>
            </a:extLst>
          </p:cNvPr>
          <p:cNvGrpSpPr/>
          <p:nvPr/>
        </p:nvGrpSpPr>
        <p:grpSpPr>
          <a:xfrm>
            <a:off x="8119097" y="3515596"/>
            <a:ext cx="3153935" cy="2143872"/>
            <a:chOff x="8119097" y="3515596"/>
            <a:chExt cx="3153935" cy="2143872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49B8A34-62DE-B223-755C-D365E5126976}"/>
                </a:ext>
              </a:extLst>
            </p:cNvPr>
            <p:cNvSpPr/>
            <p:nvPr/>
          </p:nvSpPr>
          <p:spPr>
            <a:xfrm>
              <a:off x="8119097" y="3515596"/>
              <a:ext cx="2038866" cy="2143872"/>
            </a:xfrm>
            <a:custGeom>
              <a:avLst/>
              <a:gdLst>
                <a:gd name="connsiteX0" fmla="*/ 123567 w 2261286"/>
                <a:gd name="connsiteY0" fmla="*/ 98854 h 2347784"/>
                <a:gd name="connsiteX1" fmla="*/ 123567 w 2261286"/>
                <a:gd name="connsiteY1" fmla="*/ 98854 h 2347784"/>
                <a:gd name="connsiteX2" fmla="*/ 74140 w 2261286"/>
                <a:gd name="connsiteY2" fmla="*/ 247135 h 2347784"/>
                <a:gd name="connsiteX3" fmla="*/ 49427 w 2261286"/>
                <a:gd name="connsiteY3" fmla="*/ 358346 h 2347784"/>
                <a:gd name="connsiteX4" fmla="*/ 24713 w 2261286"/>
                <a:gd name="connsiteY4" fmla="*/ 457200 h 2347784"/>
                <a:gd name="connsiteX5" fmla="*/ 12357 w 2261286"/>
                <a:gd name="connsiteY5" fmla="*/ 494270 h 2347784"/>
                <a:gd name="connsiteX6" fmla="*/ 0 w 2261286"/>
                <a:gd name="connsiteY6" fmla="*/ 568411 h 2347784"/>
                <a:gd name="connsiteX7" fmla="*/ 12357 w 2261286"/>
                <a:gd name="connsiteY7" fmla="*/ 852616 h 2347784"/>
                <a:gd name="connsiteX8" fmla="*/ 24713 w 2261286"/>
                <a:gd name="connsiteY8" fmla="*/ 889687 h 2347784"/>
                <a:gd name="connsiteX9" fmla="*/ 49427 w 2261286"/>
                <a:gd name="connsiteY9" fmla="*/ 926757 h 2347784"/>
                <a:gd name="connsiteX10" fmla="*/ 160638 w 2261286"/>
                <a:gd name="connsiteY10" fmla="*/ 976184 h 2347784"/>
                <a:gd name="connsiteX11" fmla="*/ 197708 w 2261286"/>
                <a:gd name="connsiteY11" fmla="*/ 988541 h 2347784"/>
                <a:gd name="connsiteX12" fmla="*/ 679621 w 2261286"/>
                <a:gd name="connsiteY12" fmla="*/ 988541 h 2347784"/>
                <a:gd name="connsiteX13" fmla="*/ 716692 w 2261286"/>
                <a:gd name="connsiteY13" fmla="*/ 1000897 h 2347784"/>
                <a:gd name="connsiteX14" fmla="*/ 815546 w 2261286"/>
                <a:gd name="connsiteY14" fmla="*/ 1025611 h 2347784"/>
                <a:gd name="connsiteX15" fmla="*/ 988540 w 2261286"/>
                <a:gd name="connsiteY15" fmla="*/ 1050324 h 2347784"/>
                <a:gd name="connsiteX16" fmla="*/ 1025611 w 2261286"/>
                <a:gd name="connsiteY16" fmla="*/ 1062681 h 2347784"/>
                <a:gd name="connsiteX17" fmla="*/ 1062681 w 2261286"/>
                <a:gd name="connsiteY17" fmla="*/ 1087395 h 2347784"/>
                <a:gd name="connsiteX18" fmla="*/ 1112108 w 2261286"/>
                <a:gd name="connsiteY18" fmla="*/ 1161535 h 2347784"/>
                <a:gd name="connsiteX19" fmla="*/ 1161535 w 2261286"/>
                <a:gd name="connsiteY19" fmla="*/ 1235676 h 2347784"/>
                <a:gd name="connsiteX20" fmla="*/ 1186248 w 2261286"/>
                <a:gd name="connsiteY20" fmla="*/ 1272746 h 2347784"/>
                <a:gd name="connsiteX21" fmla="*/ 1210962 w 2261286"/>
                <a:gd name="connsiteY21" fmla="*/ 1346887 h 2347784"/>
                <a:gd name="connsiteX22" fmla="*/ 1223319 w 2261286"/>
                <a:gd name="connsiteY22" fmla="*/ 1532238 h 2347784"/>
                <a:gd name="connsiteX23" fmla="*/ 1248032 w 2261286"/>
                <a:gd name="connsiteY23" fmla="*/ 1569308 h 2347784"/>
                <a:gd name="connsiteX24" fmla="*/ 1223319 w 2261286"/>
                <a:gd name="connsiteY24" fmla="*/ 1767016 h 2347784"/>
                <a:gd name="connsiteX25" fmla="*/ 1235676 w 2261286"/>
                <a:gd name="connsiteY25" fmla="*/ 2051222 h 2347784"/>
                <a:gd name="connsiteX26" fmla="*/ 1260389 w 2261286"/>
                <a:gd name="connsiteY26" fmla="*/ 2125362 h 2347784"/>
                <a:gd name="connsiteX27" fmla="*/ 1297459 w 2261286"/>
                <a:gd name="connsiteY27" fmla="*/ 2199503 h 2347784"/>
                <a:gd name="connsiteX28" fmla="*/ 1334530 w 2261286"/>
                <a:gd name="connsiteY28" fmla="*/ 2236573 h 2347784"/>
                <a:gd name="connsiteX29" fmla="*/ 1359243 w 2261286"/>
                <a:gd name="connsiteY29" fmla="*/ 2273643 h 2347784"/>
                <a:gd name="connsiteX30" fmla="*/ 1433384 w 2261286"/>
                <a:gd name="connsiteY30" fmla="*/ 2298357 h 2347784"/>
                <a:gd name="connsiteX31" fmla="*/ 1470454 w 2261286"/>
                <a:gd name="connsiteY31" fmla="*/ 2323070 h 2347784"/>
                <a:gd name="connsiteX32" fmla="*/ 1606378 w 2261286"/>
                <a:gd name="connsiteY32" fmla="*/ 2347784 h 2347784"/>
                <a:gd name="connsiteX33" fmla="*/ 1742303 w 2261286"/>
                <a:gd name="connsiteY33" fmla="*/ 2335427 h 2347784"/>
                <a:gd name="connsiteX34" fmla="*/ 1853513 w 2261286"/>
                <a:gd name="connsiteY34" fmla="*/ 2298357 h 2347784"/>
                <a:gd name="connsiteX35" fmla="*/ 1890584 w 2261286"/>
                <a:gd name="connsiteY35" fmla="*/ 2286000 h 2347784"/>
                <a:gd name="connsiteX36" fmla="*/ 1927654 w 2261286"/>
                <a:gd name="connsiteY36" fmla="*/ 2261287 h 2347784"/>
                <a:gd name="connsiteX37" fmla="*/ 2001794 w 2261286"/>
                <a:gd name="connsiteY37" fmla="*/ 2224216 h 2347784"/>
                <a:gd name="connsiteX38" fmla="*/ 2063578 w 2261286"/>
                <a:gd name="connsiteY38" fmla="*/ 2162433 h 2347784"/>
                <a:gd name="connsiteX39" fmla="*/ 2088292 w 2261286"/>
                <a:gd name="connsiteY39" fmla="*/ 2125362 h 2347784"/>
                <a:gd name="connsiteX40" fmla="*/ 2125362 w 2261286"/>
                <a:gd name="connsiteY40" fmla="*/ 1754660 h 2347784"/>
                <a:gd name="connsiteX41" fmla="*/ 2137719 w 2261286"/>
                <a:gd name="connsiteY41" fmla="*/ 1668162 h 2347784"/>
                <a:gd name="connsiteX42" fmla="*/ 2162432 w 2261286"/>
                <a:gd name="connsiteY42" fmla="*/ 1544595 h 2347784"/>
                <a:gd name="connsiteX43" fmla="*/ 2187146 w 2261286"/>
                <a:gd name="connsiteY43" fmla="*/ 1396314 h 2347784"/>
                <a:gd name="connsiteX44" fmla="*/ 2199503 w 2261286"/>
                <a:gd name="connsiteY44" fmla="*/ 1359243 h 2347784"/>
                <a:gd name="connsiteX45" fmla="*/ 2236573 w 2261286"/>
                <a:gd name="connsiteY45" fmla="*/ 1087395 h 2347784"/>
                <a:gd name="connsiteX46" fmla="*/ 2261286 w 2261286"/>
                <a:gd name="connsiteY46" fmla="*/ 753762 h 2347784"/>
                <a:gd name="connsiteX47" fmla="*/ 2248930 w 2261286"/>
                <a:gd name="connsiteY47" fmla="*/ 358346 h 2347784"/>
                <a:gd name="connsiteX48" fmla="*/ 2224216 w 2261286"/>
                <a:gd name="connsiteY48" fmla="*/ 247135 h 2347784"/>
                <a:gd name="connsiteX49" fmla="*/ 2113005 w 2261286"/>
                <a:gd name="connsiteY49" fmla="*/ 185351 h 2347784"/>
                <a:gd name="connsiteX50" fmla="*/ 2001794 w 2261286"/>
                <a:gd name="connsiteY50" fmla="*/ 148281 h 2347784"/>
                <a:gd name="connsiteX51" fmla="*/ 1927654 w 2261286"/>
                <a:gd name="connsiteY51" fmla="*/ 123568 h 2347784"/>
                <a:gd name="connsiteX52" fmla="*/ 1878227 w 2261286"/>
                <a:gd name="connsiteY52" fmla="*/ 111211 h 2347784"/>
                <a:gd name="connsiteX53" fmla="*/ 1804086 w 2261286"/>
                <a:gd name="connsiteY53" fmla="*/ 61784 h 2347784"/>
                <a:gd name="connsiteX54" fmla="*/ 1767016 w 2261286"/>
                <a:gd name="connsiteY54" fmla="*/ 37070 h 2347784"/>
                <a:gd name="connsiteX55" fmla="*/ 1606378 w 2261286"/>
                <a:gd name="connsiteY55" fmla="*/ 0 h 2347784"/>
                <a:gd name="connsiteX56" fmla="*/ 630194 w 2261286"/>
                <a:gd name="connsiteY56" fmla="*/ 24714 h 2347784"/>
                <a:gd name="connsiteX57" fmla="*/ 556054 w 2261286"/>
                <a:gd name="connsiteY57" fmla="*/ 37070 h 2347784"/>
                <a:gd name="connsiteX58" fmla="*/ 247135 w 2261286"/>
                <a:gd name="connsiteY58" fmla="*/ 61784 h 2347784"/>
                <a:gd name="connsiteX59" fmla="*/ 160638 w 2261286"/>
                <a:gd name="connsiteY59" fmla="*/ 86497 h 2347784"/>
                <a:gd name="connsiteX60" fmla="*/ 123567 w 2261286"/>
                <a:gd name="connsiteY60" fmla="*/ 98854 h 234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261286" h="2347784">
                  <a:moveTo>
                    <a:pt x="123567" y="98854"/>
                  </a:moveTo>
                  <a:lnTo>
                    <a:pt x="123567" y="98854"/>
                  </a:lnTo>
                  <a:cubicBezTo>
                    <a:pt x="107091" y="148281"/>
                    <a:pt x="86776" y="196590"/>
                    <a:pt x="74140" y="247135"/>
                  </a:cubicBezTo>
                  <a:cubicBezTo>
                    <a:pt x="31296" y="418523"/>
                    <a:pt x="96520" y="154278"/>
                    <a:pt x="49427" y="358346"/>
                  </a:cubicBezTo>
                  <a:cubicBezTo>
                    <a:pt x="41789" y="391442"/>
                    <a:pt x="35453" y="424977"/>
                    <a:pt x="24713" y="457200"/>
                  </a:cubicBezTo>
                  <a:cubicBezTo>
                    <a:pt x="20594" y="469557"/>
                    <a:pt x="15182" y="481555"/>
                    <a:pt x="12357" y="494270"/>
                  </a:cubicBezTo>
                  <a:cubicBezTo>
                    <a:pt x="6922" y="518728"/>
                    <a:pt x="4119" y="543697"/>
                    <a:pt x="0" y="568411"/>
                  </a:cubicBezTo>
                  <a:cubicBezTo>
                    <a:pt x="4119" y="663146"/>
                    <a:pt x="5084" y="758071"/>
                    <a:pt x="12357" y="852616"/>
                  </a:cubicBezTo>
                  <a:cubicBezTo>
                    <a:pt x="13356" y="865603"/>
                    <a:pt x="18888" y="878037"/>
                    <a:pt x="24713" y="889687"/>
                  </a:cubicBezTo>
                  <a:cubicBezTo>
                    <a:pt x="31354" y="902970"/>
                    <a:pt x="38926" y="916256"/>
                    <a:pt x="49427" y="926757"/>
                  </a:cubicBezTo>
                  <a:cubicBezTo>
                    <a:pt x="78799" y="956129"/>
                    <a:pt x="123933" y="963949"/>
                    <a:pt x="160638" y="976184"/>
                  </a:cubicBezTo>
                  <a:lnTo>
                    <a:pt x="197708" y="988541"/>
                  </a:lnTo>
                  <a:cubicBezTo>
                    <a:pt x="427191" y="978563"/>
                    <a:pt x="471317" y="966615"/>
                    <a:pt x="679621" y="988541"/>
                  </a:cubicBezTo>
                  <a:cubicBezTo>
                    <a:pt x="692575" y="989905"/>
                    <a:pt x="704126" y="997470"/>
                    <a:pt x="716692" y="1000897"/>
                  </a:cubicBezTo>
                  <a:cubicBezTo>
                    <a:pt x="749461" y="1009834"/>
                    <a:pt x="781788" y="1021860"/>
                    <a:pt x="815546" y="1025611"/>
                  </a:cubicBezTo>
                  <a:cubicBezTo>
                    <a:pt x="884738" y="1033299"/>
                    <a:pt x="925596" y="1034588"/>
                    <a:pt x="988540" y="1050324"/>
                  </a:cubicBezTo>
                  <a:cubicBezTo>
                    <a:pt x="1001177" y="1053483"/>
                    <a:pt x="1013254" y="1058562"/>
                    <a:pt x="1025611" y="1062681"/>
                  </a:cubicBezTo>
                  <a:cubicBezTo>
                    <a:pt x="1037968" y="1070919"/>
                    <a:pt x="1052902" y="1076218"/>
                    <a:pt x="1062681" y="1087395"/>
                  </a:cubicBezTo>
                  <a:cubicBezTo>
                    <a:pt x="1082240" y="1109748"/>
                    <a:pt x="1095633" y="1136822"/>
                    <a:pt x="1112108" y="1161535"/>
                  </a:cubicBezTo>
                  <a:lnTo>
                    <a:pt x="1161535" y="1235676"/>
                  </a:lnTo>
                  <a:cubicBezTo>
                    <a:pt x="1169773" y="1248033"/>
                    <a:pt x="1181552" y="1258657"/>
                    <a:pt x="1186248" y="1272746"/>
                  </a:cubicBezTo>
                  <a:lnTo>
                    <a:pt x="1210962" y="1346887"/>
                  </a:lnTo>
                  <a:cubicBezTo>
                    <a:pt x="1215081" y="1408671"/>
                    <a:pt x="1213139" y="1471160"/>
                    <a:pt x="1223319" y="1532238"/>
                  </a:cubicBezTo>
                  <a:cubicBezTo>
                    <a:pt x="1225760" y="1546887"/>
                    <a:pt x="1246974" y="1554495"/>
                    <a:pt x="1248032" y="1569308"/>
                  </a:cubicBezTo>
                  <a:cubicBezTo>
                    <a:pt x="1252535" y="1632350"/>
                    <a:pt x="1235938" y="1703922"/>
                    <a:pt x="1223319" y="1767016"/>
                  </a:cubicBezTo>
                  <a:cubicBezTo>
                    <a:pt x="1227438" y="1861751"/>
                    <a:pt x="1225919" y="1956901"/>
                    <a:pt x="1235676" y="2051222"/>
                  </a:cubicBezTo>
                  <a:cubicBezTo>
                    <a:pt x="1238357" y="2077134"/>
                    <a:pt x="1252151" y="2100649"/>
                    <a:pt x="1260389" y="2125362"/>
                  </a:cubicBezTo>
                  <a:cubicBezTo>
                    <a:pt x="1272773" y="2162514"/>
                    <a:pt x="1270845" y="2167566"/>
                    <a:pt x="1297459" y="2199503"/>
                  </a:cubicBezTo>
                  <a:cubicBezTo>
                    <a:pt x="1308646" y="2212928"/>
                    <a:pt x="1323343" y="2223148"/>
                    <a:pt x="1334530" y="2236573"/>
                  </a:cubicBezTo>
                  <a:cubicBezTo>
                    <a:pt x="1344037" y="2247982"/>
                    <a:pt x="1346650" y="2265772"/>
                    <a:pt x="1359243" y="2273643"/>
                  </a:cubicBezTo>
                  <a:cubicBezTo>
                    <a:pt x="1381334" y="2287450"/>
                    <a:pt x="1411709" y="2283907"/>
                    <a:pt x="1433384" y="2298357"/>
                  </a:cubicBezTo>
                  <a:cubicBezTo>
                    <a:pt x="1445741" y="2306595"/>
                    <a:pt x="1457171" y="2316429"/>
                    <a:pt x="1470454" y="2323070"/>
                  </a:cubicBezTo>
                  <a:cubicBezTo>
                    <a:pt x="1508552" y="2342119"/>
                    <a:pt x="1572298" y="2343524"/>
                    <a:pt x="1606378" y="2347784"/>
                  </a:cubicBezTo>
                  <a:cubicBezTo>
                    <a:pt x="1651686" y="2343665"/>
                    <a:pt x="1697500" y="2343333"/>
                    <a:pt x="1742303" y="2335427"/>
                  </a:cubicBezTo>
                  <a:cubicBezTo>
                    <a:pt x="1742311" y="2335426"/>
                    <a:pt x="1834974" y="2304537"/>
                    <a:pt x="1853513" y="2298357"/>
                  </a:cubicBezTo>
                  <a:cubicBezTo>
                    <a:pt x="1865870" y="2294238"/>
                    <a:pt x="1879746" y="2293225"/>
                    <a:pt x="1890584" y="2286000"/>
                  </a:cubicBezTo>
                  <a:cubicBezTo>
                    <a:pt x="1902941" y="2277762"/>
                    <a:pt x="1914371" y="2267928"/>
                    <a:pt x="1927654" y="2261287"/>
                  </a:cubicBezTo>
                  <a:cubicBezTo>
                    <a:pt x="2029963" y="2210132"/>
                    <a:pt x="1895566" y="2295037"/>
                    <a:pt x="2001794" y="2224216"/>
                  </a:cubicBezTo>
                  <a:cubicBezTo>
                    <a:pt x="2067701" y="2125358"/>
                    <a:pt x="1981196" y="2244815"/>
                    <a:pt x="2063578" y="2162433"/>
                  </a:cubicBezTo>
                  <a:cubicBezTo>
                    <a:pt x="2074079" y="2151932"/>
                    <a:pt x="2080054" y="2137719"/>
                    <a:pt x="2088292" y="2125362"/>
                  </a:cubicBezTo>
                  <a:cubicBezTo>
                    <a:pt x="2146699" y="1950140"/>
                    <a:pt x="2102780" y="2104671"/>
                    <a:pt x="2125362" y="1754660"/>
                  </a:cubicBezTo>
                  <a:cubicBezTo>
                    <a:pt x="2127237" y="1725595"/>
                    <a:pt x="2133290" y="1696949"/>
                    <a:pt x="2137719" y="1668162"/>
                  </a:cubicBezTo>
                  <a:cubicBezTo>
                    <a:pt x="2155877" y="1550137"/>
                    <a:pt x="2141960" y="1636720"/>
                    <a:pt x="2162432" y="1544595"/>
                  </a:cubicBezTo>
                  <a:cubicBezTo>
                    <a:pt x="2206657" y="1345577"/>
                    <a:pt x="2135547" y="1654306"/>
                    <a:pt x="2187146" y="1396314"/>
                  </a:cubicBezTo>
                  <a:cubicBezTo>
                    <a:pt x="2189701" y="1383542"/>
                    <a:pt x="2195384" y="1371600"/>
                    <a:pt x="2199503" y="1359243"/>
                  </a:cubicBezTo>
                  <a:cubicBezTo>
                    <a:pt x="2219906" y="1236822"/>
                    <a:pt x="2228412" y="1205729"/>
                    <a:pt x="2236573" y="1087395"/>
                  </a:cubicBezTo>
                  <a:cubicBezTo>
                    <a:pt x="2260440" y="741335"/>
                    <a:pt x="2235073" y="963481"/>
                    <a:pt x="2261286" y="753762"/>
                  </a:cubicBezTo>
                  <a:cubicBezTo>
                    <a:pt x="2257167" y="621957"/>
                    <a:pt x="2255861" y="490033"/>
                    <a:pt x="2248930" y="358346"/>
                  </a:cubicBezTo>
                  <a:cubicBezTo>
                    <a:pt x="2248546" y="351041"/>
                    <a:pt x="2237158" y="266548"/>
                    <a:pt x="2224216" y="247135"/>
                  </a:cubicBezTo>
                  <a:cubicBezTo>
                    <a:pt x="2192508" y="199572"/>
                    <a:pt x="2168271" y="203773"/>
                    <a:pt x="2113005" y="185351"/>
                  </a:cubicBezTo>
                  <a:lnTo>
                    <a:pt x="2001794" y="148281"/>
                  </a:lnTo>
                  <a:lnTo>
                    <a:pt x="1927654" y="123568"/>
                  </a:lnTo>
                  <a:lnTo>
                    <a:pt x="1878227" y="111211"/>
                  </a:lnTo>
                  <a:lnTo>
                    <a:pt x="1804086" y="61784"/>
                  </a:lnTo>
                  <a:cubicBezTo>
                    <a:pt x="1791729" y="53546"/>
                    <a:pt x="1781105" y="41766"/>
                    <a:pt x="1767016" y="37070"/>
                  </a:cubicBezTo>
                  <a:cubicBezTo>
                    <a:pt x="1665245" y="3147"/>
                    <a:pt x="1718664" y="16041"/>
                    <a:pt x="1606378" y="0"/>
                  </a:cubicBezTo>
                  <a:cubicBezTo>
                    <a:pt x="1438752" y="2619"/>
                    <a:pt x="917693" y="-2666"/>
                    <a:pt x="630194" y="24714"/>
                  </a:cubicBezTo>
                  <a:cubicBezTo>
                    <a:pt x="605253" y="27089"/>
                    <a:pt x="580992" y="34657"/>
                    <a:pt x="556054" y="37070"/>
                  </a:cubicBezTo>
                  <a:cubicBezTo>
                    <a:pt x="453232" y="47020"/>
                    <a:pt x="247135" y="61784"/>
                    <a:pt x="247135" y="61784"/>
                  </a:cubicBezTo>
                  <a:cubicBezTo>
                    <a:pt x="215897" y="69594"/>
                    <a:pt x="190178" y="74681"/>
                    <a:pt x="160638" y="86497"/>
                  </a:cubicBezTo>
                  <a:cubicBezTo>
                    <a:pt x="152086" y="89918"/>
                    <a:pt x="129745" y="96795"/>
                    <a:pt x="123567" y="9885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satMod val="105000"/>
                    <a:tint val="67000"/>
                    <a:lumMod val="99000"/>
                    <a:lumOff val="1000"/>
                    <a:alpha val="38190"/>
                  </a:schemeClr>
                </a:gs>
                <a:gs pos="5600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</a:gradFill>
            <a:ln>
              <a:solidFill>
                <a:schemeClr val="accent2">
                  <a:alpha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95551D5-5315-6BC1-E0F0-6619DCB180F6}"/>
                </a:ext>
              </a:extLst>
            </p:cNvPr>
            <p:cNvGrpSpPr/>
            <p:nvPr/>
          </p:nvGrpSpPr>
          <p:grpSpPr>
            <a:xfrm>
              <a:off x="8243233" y="3692311"/>
              <a:ext cx="3029799" cy="1781880"/>
              <a:chOff x="8347184" y="3119273"/>
              <a:chExt cx="1425094" cy="773549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A07A351-3DB6-C174-A1C1-D47F5007D64E}"/>
                  </a:ext>
                </a:extLst>
              </p:cNvPr>
              <p:cNvSpPr/>
              <p:nvPr/>
            </p:nvSpPr>
            <p:spPr>
              <a:xfrm>
                <a:off x="8347184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715E54E-D4A9-A99D-217F-B4652856B92E}"/>
                  </a:ext>
                </a:extLst>
              </p:cNvPr>
              <p:cNvSpPr/>
              <p:nvPr/>
            </p:nvSpPr>
            <p:spPr>
              <a:xfrm>
                <a:off x="8930508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0228BF5-C588-E7E1-45C8-6A7DFFEDC1C1}"/>
                  </a:ext>
                </a:extLst>
              </p:cNvPr>
              <p:cNvSpPr/>
              <p:nvPr/>
            </p:nvSpPr>
            <p:spPr>
              <a:xfrm>
                <a:off x="9540243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EBD6015-ECAA-9A8D-88EF-EA2DB5CCDC54}"/>
                  </a:ext>
                </a:extLst>
              </p:cNvPr>
              <p:cNvSpPr/>
              <p:nvPr/>
            </p:nvSpPr>
            <p:spPr>
              <a:xfrm>
                <a:off x="8347184" y="36710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07DAF0A-5208-DEE3-D9BA-E2C074BF6C5E}"/>
                  </a:ext>
                </a:extLst>
              </p:cNvPr>
              <p:cNvSpPr/>
              <p:nvPr/>
            </p:nvSpPr>
            <p:spPr>
              <a:xfrm>
                <a:off x="8914742" y="36787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B1C0C08-CCB0-0669-58FF-39CA9A13B2AF}"/>
                  </a:ext>
                </a:extLst>
              </p:cNvPr>
              <p:cNvSpPr/>
              <p:nvPr/>
            </p:nvSpPr>
            <p:spPr>
              <a:xfrm>
                <a:off x="9541050" y="3682615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b="1" dirty="0">
                    <a:solidFill>
                      <a:srgbClr val="FF0000"/>
                    </a:solidFill>
                  </a:rPr>
                  <a:t>?</a:t>
                </a: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915501B-3F88-859B-06C3-C7F95CF2C1F3}"/>
                  </a:ext>
                </a:extLst>
              </p:cNvPr>
              <p:cNvCxnSpPr/>
              <p:nvPr/>
            </p:nvCxnSpPr>
            <p:spPr>
              <a:xfrm>
                <a:off x="8571594" y="3215427"/>
                <a:ext cx="352096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E35B509-BD03-28D1-1BD5-13D90A00166C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 flipV="1">
                <a:off x="9161736" y="3215427"/>
                <a:ext cx="378372" cy="89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8742BCD-2370-EC8F-6AFB-D4C13E781061}"/>
                  </a:ext>
                </a:extLst>
              </p:cNvPr>
              <p:cNvCxnSpPr>
                <a:cxnSpLocks/>
                <a:endCxn id="15" idx="2"/>
              </p:cNvCxnSpPr>
              <p:nvPr/>
            </p:nvCxnSpPr>
            <p:spPr>
              <a:xfrm>
                <a:off x="8578412" y="3783868"/>
                <a:ext cx="336330" cy="2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C9B6015F-F26C-75E2-6810-A18511E66A6C}"/>
                  </a:ext>
                </a:extLst>
              </p:cNvPr>
              <p:cNvCxnSpPr>
                <a:cxnSpLocks/>
                <a:stCxn id="15" idx="6"/>
                <a:endCxn id="16" idx="2"/>
              </p:cNvCxnSpPr>
              <p:nvPr/>
            </p:nvCxnSpPr>
            <p:spPr>
              <a:xfrm>
                <a:off x="9145970" y="3783870"/>
                <a:ext cx="395080" cy="38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22F6A16-4015-5138-D1A9-5FC054D5B1F6}"/>
                  </a:ext>
                </a:extLst>
              </p:cNvPr>
              <p:cNvCxnSpPr>
                <a:cxnSpLocks/>
                <a:stCxn id="11" idx="4"/>
                <a:endCxn id="14" idx="0"/>
              </p:cNvCxnSpPr>
              <p:nvPr/>
            </p:nvCxnSpPr>
            <p:spPr>
              <a:xfrm>
                <a:off x="8462798" y="3329480"/>
                <a:ext cx="0" cy="341586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60E3E55-4CBC-C6D7-A683-24EE3ABBD247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9030356" y="3337179"/>
                <a:ext cx="3409" cy="3415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CFD2F02B-F726-8782-FD56-FD44B947CCE4}"/>
                  </a:ext>
                </a:extLst>
              </p:cNvPr>
              <p:cNvCxnSpPr>
                <a:cxnSpLocks/>
                <a:stCxn id="13" idx="4"/>
              </p:cNvCxnSpPr>
              <p:nvPr/>
            </p:nvCxnSpPr>
            <p:spPr>
              <a:xfrm>
                <a:off x="9655857" y="3329480"/>
                <a:ext cx="0" cy="34158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19BAA-625E-92CD-F350-9605D272D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204" y="1738134"/>
            <a:ext cx="698906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AU" dirty="0"/>
          </a:p>
          <a:p>
            <a:r>
              <a:rPr lang="en-AU" dirty="0"/>
              <a:t>The node set of g is decomposed into 3 parts</a:t>
            </a:r>
          </a:p>
          <a:p>
            <a:pPr lvl="1"/>
            <a:r>
              <a:rPr lang="en-AU" dirty="0"/>
              <a:t>those nodes in the map, i.e., nodes 1,2,3</a:t>
            </a:r>
          </a:p>
          <a:p>
            <a:pPr lvl="1"/>
            <a:r>
              <a:rPr lang="en-AU" dirty="0"/>
              <a:t>those nodes outside the map but not 4</a:t>
            </a:r>
          </a:p>
          <a:p>
            <a:pPr lvl="1"/>
            <a:endParaRPr lang="en-AU" dirty="0"/>
          </a:p>
          <a:p>
            <a:r>
              <a:rPr lang="en-AU" dirty="0"/>
              <a:t>node 4 in g has 1 neighbour in the map, 1 neighbour outside the map; it has 0 neighbour which is in the map neighbourhood</a:t>
            </a:r>
          </a:p>
          <a:p>
            <a:r>
              <a:rPr lang="en-AU" dirty="0"/>
              <a:t>the candidate node </a:t>
            </a:r>
            <a:r>
              <a:rPr lang="en-AU" b="1" dirty="0">
                <a:solidFill>
                  <a:srgbClr val="FF0000"/>
                </a:solidFill>
              </a:rPr>
              <a:t>? </a:t>
            </a:r>
            <a:r>
              <a:rPr lang="en-AU" dirty="0"/>
              <a:t> in G has 1 neighbour in the map and 1 neighbour outside the map; it has 1 neighbour in the neighbourhood of the map</a:t>
            </a:r>
          </a:p>
        </p:txBody>
      </p:sp>
    </p:spTree>
    <p:extLst>
      <p:ext uri="{BB962C8B-B14F-4D97-AF65-F5344CB8AC3E}">
        <p14:creationId xmlns:p14="http://schemas.microsoft.com/office/powerpoint/2010/main" val="1574467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9">
            <a:extLst>
              <a:ext uri="{FF2B5EF4-FFF2-40B4-BE49-F238E27FC236}">
                <a16:creationId xmlns:a16="http://schemas.microsoft.com/office/drawing/2014/main" id="{2C043889-08EB-1DD9-1007-406927800BA6}"/>
              </a:ext>
            </a:extLst>
          </p:cNvPr>
          <p:cNvSpPr/>
          <p:nvPr/>
        </p:nvSpPr>
        <p:spPr>
          <a:xfrm>
            <a:off x="7993753" y="3422822"/>
            <a:ext cx="3584528" cy="2335427"/>
          </a:xfrm>
          <a:custGeom>
            <a:avLst/>
            <a:gdLst>
              <a:gd name="connsiteX0" fmla="*/ 87566 w 3584528"/>
              <a:gd name="connsiteY0" fmla="*/ 185351 h 2335427"/>
              <a:gd name="connsiteX1" fmla="*/ 87566 w 3584528"/>
              <a:gd name="connsiteY1" fmla="*/ 185351 h 2335427"/>
              <a:gd name="connsiteX2" fmla="*/ 62852 w 3584528"/>
              <a:gd name="connsiteY2" fmla="*/ 296562 h 2335427"/>
              <a:gd name="connsiteX3" fmla="*/ 38139 w 3584528"/>
              <a:gd name="connsiteY3" fmla="*/ 370702 h 2335427"/>
              <a:gd name="connsiteX4" fmla="*/ 25782 w 3584528"/>
              <a:gd name="connsiteY4" fmla="*/ 407773 h 2335427"/>
              <a:gd name="connsiteX5" fmla="*/ 13425 w 3584528"/>
              <a:gd name="connsiteY5" fmla="*/ 506627 h 2335427"/>
              <a:gd name="connsiteX6" fmla="*/ 13425 w 3584528"/>
              <a:gd name="connsiteY6" fmla="*/ 691978 h 2335427"/>
              <a:gd name="connsiteX7" fmla="*/ 62852 w 3584528"/>
              <a:gd name="connsiteY7" fmla="*/ 766119 h 2335427"/>
              <a:gd name="connsiteX8" fmla="*/ 99923 w 3584528"/>
              <a:gd name="connsiteY8" fmla="*/ 790832 h 2335427"/>
              <a:gd name="connsiteX9" fmla="*/ 174063 w 3584528"/>
              <a:gd name="connsiteY9" fmla="*/ 815546 h 2335427"/>
              <a:gd name="connsiteX10" fmla="*/ 248204 w 3584528"/>
              <a:gd name="connsiteY10" fmla="*/ 840259 h 2335427"/>
              <a:gd name="connsiteX11" fmla="*/ 285274 w 3584528"/>
              <a:gd name="connsiteY11" fmla="*/ 852616 h 2335427"/>
              <a:gd name="connsiteX12" fmla="*/ 322344 w 3584528"/>
              <a:gd name="connsiteY12" fmla="*/ 864973 h 2335427"/>
              <a:gd name="connsiteX13" fmla="*/ 594193 w 3584528"/>
              <a:gd name="connsiteY13" fmla="*/ 852616 h 2335427"/>
              <a:gd name="connsiteX14" fmla="*/ 730117 w 3584528"/>
              <a:gd name="connsiteY14" fmla="*/ 840259 h 2335427"/>
              <a:gd name="connsiteX15" fmla="*/ 1063750 w 3584528"/>
              <a:gd name="connsiteY15" fmla="*/ 852616 h 2335427"/>
              <a:gd name="connsiteX16" fmla="*/ 1100820 w 3584528"/>
              <a:gd name="connsiteY16" fmla="*/ 864973 h 2335427"/>
              <a:gd name="connsiteX17" fmla="*/ 1174961 w 3584528"/>
              <a:gd name="connsiteY17" fmla="*/ 914400 h 2335427"/>
              <a:gd name="connsiteX18" fmla="*/ 1187317 w 3584528"/>
              <a:gd name="connsiteY18" fmla="*/ 951470 h 2335427"/>
              <a:gd name="connsiteX19" fmla="*/ 1212031 w 3584528"/>
              <a:gd name="connsiteY19" fmla="*/ 988540 h 2335427"/>
              <a:gd name="connsiteX20" fmla="*/ 1199674 w 3584528"/>
              <a:gd name="connsiteY20" fmla="*/ 1198605 h 2335427"/>
              <a:gd name="connsiteX21" fmla="*/ 1224388 w 3584528"/>
              <a:gd name="connsiteY21" fmla="*/ 1606378 h 2335427"/>
              <a:gd name="connsiteX22" fmla="*/ 1236744 w 3584528"/>
              <a:gd name="connsiteY22" fmla="*/ 1643448 h 2335427"/>
              <a:gd name="connsiteX23" fmla="*/ 1249101 w 3584528"/>
              <a:gd name="connsiteY23" fmla="*/ 1804086 h 2335427"/>
              <a:gd name="connsiteX24" fmla="*/ 1273815 w 3584528"/>
              <a:gd name="connsiteY24" fmla="*/ 1878227 h 2335427"/>
              <a:gd name="connsiteX25" fmla="*/ 1310885 w 3584528"/>
              <a:gd name="connsiteY25" fmla="*/ 2088292 h 2335427"/>
              <a:gd name="connsiteX26" fmla="*/ 1360312 w 3584528"/>
              <a:gd name="connsiteY26" fmla="*/ 2162432 h 2335427"/>
              <a:gd name="connsiteX27" fmla="*/ 1434452 w 3584528"/>
              <a:gd name="connsiteY27" fmla="*/ 2211859 h 2335427"/>
              <a:gd name="connsiteX28" fmla="*/ 1471523 w 3584528"/>
              <a:gd name="connsiteY28" fmla="*/ 2224216 h 2335427"/>
              <a:gd name="connsiteX29" fmla="*/ 1545663 w 3584528"/>
              <a:gd name="connsiteY29" fmla="*/ 2273643 h 2335427"/>
              <a:gd name="connsiteX30" fmla="*/ 1656874 w 3584528"/>
              <a:gd name="connsiteY30" fmla="*/ 2323070 h 2335427"/>
              <a:gd name="connsiteX31" fmla="*/ 1953436 w 3584528"/>
              <a:gd name="connsiteY31" fmla="*/ 2335427 h 2335427"/>
              <a:gd name="connsiteX32" fmla="*/ 2287069 w 3584528"/>
              <a:gd name="connsiteY32" fmla="*/ 2323070 h 2335427"/>
              <a:gd name="connsiteX33" fmla="*/ 2793696 w 3584528"/>
              <a:gd name="connsiteY33" fmla="*/ 2310713 h 2335427"/>
              <a:gd name="connsiteX34" fmla="*/ 2941977 w 3584528"/>
              <a:gd name="connsiteY34" fmla="*/ 2286000 h 2335427"/>
              <a:gd name="connsiteX35" fmla="*/ 3090258 w 3584528"/>
              <a:gd name="connsiteY35" fmla="*/ 2261286 h 2335427"/>
              <a:gd name="connsiteX36" fmla="*/ 3238539 w 3584528"/>
              <a:gd name="connsiteY36" fmla="*/ 2211859 h 2335427"/>
              <a:gd name="connsiteX37" fmla="*/ 3275609 w 3584528"/>
              <a:gd name="connsiteY37" fmla="*/ 2199502 h 2335427"/>
              <a:gd name="connsiteX38" fmla="*/ 3312679 w 3584528"/>
              <a:gd name="connsiteY38" fmla="*/ 2174789 h 2335427"/>
              <a:gd name="connsiteX39" fmla="*/ 3386820 w 3584528"/>
              <a:gd name="connsiteY39" fmla="*/ 2137719 h 2335427"/>
              <a:gd name="connsiteX40" fmla="*/ 3436247 w 3584528"/>
              <a:gd name="connsiteY40" fmla="*/ 2063578 h 2335427"/>
              <a:gd name="connsiteX41" fmla="*/ 3473317 w 3584528"/>
              <a:gd name="connsiteY41" fmla="*/ 1989437 h 2335427"/>
              <a:gd name="connsiteX42" fmla="*/ 3498031 w 3584528"/>
              <a:gd name="connsiteY42" fmla="*/ 1902940 h 2335427"/>
              <a:gd name="connsiteX43" fmla="*/ 3510388 w 3584528"/>
              <a:gd name="connsiteY43" fmla="*/ 1853513 h 2335427"/>
              <a:gd name="connsiteX44" fmla="*/ 3522744 w 3584528"/>
              <a:gd name="connsiteY44" fmla="*/ 1742302 h 2335427"/>
              <a:gd name="connsiteX45" fmla="*/ 3547458 w 3584528"/>
              <a:gd name="connsiteY45" fmla="*/ 1594021 h 2335427"/>
              <a:gd name="connsiteX46" fmla="*/ 3559815 w 3584528"/>
              <a:gd name="connsiteY46" fmla="*/ 1297459 h 2335427"/>
              <a:gd name="connsiteX47" fmla="*/ 3584528 w 3584528"/>
              <a:gd name="connsiteY47" fmla="*/ 889686 h 2335427"/>
              <a:gd name="connsiteX48" fmla="*/ 3572171 w 3584528"/>
              <a:gd name="connsiteY48" fmla="*/ 420129 h 2335427"/>
              <a:gd name="connsiteX49" fmla="*/ 3547458 w 3584528"/>
              <a:gd name="connsiteY49" fmla="*/ 345989 h 2335427"/>
              <a:gd name="connsiteX50" fmla="*/ 3535101 w 3584528"/>
              <a:gd name="connsiteY50" fmla="*/ 308919 h 2335427"/>
              <a:gd name="connsiteX51" fmla="*/ 3485674 w 3584528"/>
              <a:gd name="connsiteY51" fmla="*/ 284205 h 2335427"/>
              <a:gd name="connsiteX52" fmla="*/ 3448604 w 3584528"/>
              <a:gd name="connsiteY52" fmla="*/ 271848 h 2335427"/>
              <a:gd name="connsiteX53" fmla="*/ 3374463 w 3584528"/>
              <a:gd name="connsiteY53" fmla="*/ 222421 h 2335427"/>
              <a:gd name="connsiteX54" fmla="*/ 3337393 w 3584528"/>
              <a:gd name="connsiteY54" fmla="*/ 210064 h 2335427"/>
              <a:gd name="connsiteX55" fmla="*/ 3189112 w 3584528"/>
              <a:gd name="connsiteY55" fmla="*/ 135924 h 2335427"/>
              <a:gd name="connsiteX56" fmla="*/ 3152042 w 3584528"/>
              <a:gd name="connsiteY56" fmla="*/ 123567 h 2335427"/>
              <a:gd name="connsiteX57" fmla="*/ 2855479 w 3584528"/>
              <a:gd name="connsiteY57" fmla="*/ 111210 h 2335427"/>
              <a:gd name="connsiteX58" fmla="*/ 2818409 w 3584528"/>
              <a:gd name="connsiteY58" fmla="*/ 98854 h 2335427"/>
              <a:gd name="connsiteX59" fmla="*/ 2768982 w 3584528"/>
              <a:gd name="connsiteY59" fmla="*/ 74140 h 2335427"/>
              <a:gd name="connsiteX60" fmla="*/ 2707198 w 3584528"/>
              <a:gd name="connsiteY60" fmla="*/ 61783 h 2335427"/>
              <a:gd name="connsiteX61" fmla="*/ 2163501 w 3584528"/>
              <a:gd name="connsiteY61" fmla="*/ 37070 h 2335427"/>
              <a:gd name="connsiteX62" fmla="*/ 1805155 w 3584528"/>
              <a:gd name="connsiteY62" fmla="*/ 37070 h 2335427"/>
              <a:gd name="connsiteX63" fmla="*/ 1755728 w 3584528"/>
              <a:gd name="connsiteY63" fmla="*/ 49427 h 2335427"/>
              <a:gd name="connsiteX64" fmla="*/ 1323242 w 3584528"/>
              <a:gd name="connsiteY64" fmla="*/ 61783 h 2335427"/>
              <a:gd name="connsiteX65" fmla="*/ 1026679 w 3584528"/>
              <a:gd name="connsiteY65" fmla="*/ 86497 h 2335427"/>
              <a:gd name="connsiteX66" fmla="*/ 668333 w 3584528"/>
              <a:gd name="connsiteY66" fmla="*/ 74140 h 2335427"/>
              <a:gd name="connsiteX67" fmla="*/ 606550 w 3584528"/>
              <a:gd name="connsiteY67" fmla="*/ 61783 h 2335427"/>
              <a:gd name="connsiteX68" fmla="*/ 569479 w 3584528"/>
              <a:gd name="connsiteY68" fmla="*/ 49427 h 2335427"/>
              <a:gd name="connsiteX69" fmla="*/ 507696 w 3584528"/>
              <a:gd name="connsiteY69" fmla="*/ 37070 h 2335427"/>
              <a:gd name="connsiteX70" fmla="*/ 433555 w 3584528"/>
              <a:gd name="connsiteY70" fmla="*/ 12356 h 2335427"/>
              <a:gd name="connsiteX71" fmla="*/ 396485 w 3584528"/>
              <a:gd name="connsiteY71" fmla="*/ 0 h 2335427"/>
              <a:gd name="connsiteX72" fmla="*/ 309988 w 3584528"/>
              <a:gd name="connsiteY72" fmla="*/ 24713 h 2335427"/>
              <a:gd name="connsiteX73" fmla="*/ 235847 w 3584528"/>
              <a:gd name="connsiteY73" fmla="*/ 86497 h 2335427"/>
              <a:gd name="connsiteX74" fmla="*/ 186420 w 3584528"/>
              <a:gd name="connsiteY74" fmla="*/ 160637 h 2335427"/>
              <a:gd name="connsiteX75" fmla="*/ 87566 w 3584528"/>
              <a:gd name="connsiteY75" fmla="*/ 185351 h 2335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584528" h="2335427">
                <a:moveTo>
                  <a:pt x="87566" y="185351"/>
                </a:moveTo>
                <a:lnTo>
                  <a:pt x="87566" y="185351"/>
                </a:lnTo>
                <a:cubicBezTo>
                  <a:pt x="79328" y="222421"/>
                  <a:pt x="72637" y="259870"/>
                  <a:pt x="62852" y="296562"/>
                </a:cubicBezTo>
                <a:cubicBezTo>
                  <a:pt x="56140" y="321733"/>
                  <a:pt x="46377" y="345989"/>
                  <a:pt x="38139" y="370702"/>
                </a:cubicBezTo>
                <a:lnTo>
                  <a:pt x="25782" y="407773"/>
                </a:lnTo>
                <a:cubicBezTo>
                  <a:pt x="21663" y="440724"/>
                  <a:pt x="17814" y="473711"/>
                  <a:pt x="13425" y="506627"/>
                </a:cubicBezTo>
                <a:cubicBezTo>
                  <a:pt x="4271" y="575281"/>
                  <a:pt x="-11549" y="622050"/>
                  <a:pt x="13425" y="691978"/>
                </a:cubicBezTo>
                <a:cubicBezTo>
                  <a:pt x="23415" y="719950"/>
                  <a:pt x="38138" y="749644"/>
                  <a:pt x="62852" y="766119"/>
                </a:cubicBezTo>
                <a:cubicBezTo>
                  <a:pt x="75209" y="774357"/>
                  <a:pt x="86352" y="784800"/>
                  <a:pt x="99923" y="790832"/>
                </a:cubicBezTo>
                <a:cubicBezTo>
                  <a:pt x="123728" y="801412"/>
                  <a:pt x="149350" y="807308"/>
                  <a:pt x="174063" y="815546"/>
                </a:cubicBezTo>
                <a:lnTo>
                  <a:pt x="248204" y="840259"/>
                </a:lnTo>
                <a:lnTo>
                  <a:pt x="285274" y="852616"/>
                </a:lnTo>
                <a:lnTo>
                  <a:pt x="322344" y="864973"/>
                </a:lnTo>
                <a:lnTo>
                  <a:pt x="594193" y="852616"/>
                </a:lnTo>
                <a:cubicBezTo>
                  <a:pt x="639605" y="849864"/>
                  <a:pt x="684622" y="840259"/>
                  <a:pt x="730117" y="840259"/>
                </a:cubicBezTo>
                <a:cubicBezTo>
                  <a:pt x="841404" y="840259"/>
                  <a:pt x="952539" y="848497"/>
                  <a:pt x="1063750" y="852616"/>
                </a:cubicBezTo>
                <a:cubicBezTo>
                  <a:pt x="1076107" y="856735"/>
                  <a:pt x="1089434" y="858647"/>
                  <a:pt x="1100820" y="864973"/>
                </a:cubicBezTo>
                <a:cubicBezTo>
                  <a:pt x="1126784" y="879398"/>
                  <a:pt x="1174961" y="914400"/>
                  <a:pt x="1174961" y="914400"/>
                </a:cubicBezTo>
                <a:cubicBezTo>
                  <a:pt x="1179080" y="926757"/>
                  <a:pt x="1181492" y="939820"/>
                  <a:pt x="1187317" y="951470"/>
                </a:cubicBezTo>
                <a:cubicBezTo>
                  <a:pt x="1193959" y="964753"/>
                  <a:pt x="1211289" y="973708"/>
                  <a:pt x="1212031" y="988540"/>
                </a:cubicBezTo>
                <a:cubicBezTo>
                  <a:pt x="1215534" y="1058595"/>
                  <a:pt x="1203793" y="1128583"/>
                  <a:pt x="1199674" y="1198605"/>
                </a:cubicBezTo>
                <a:cubicBezTo>
                  <a:pt x="1204771" y="1341315"/>
                  <a:pt x="1190856" y="1472247"/>
                  <a:pt x="1224388" y="1606378"/>
                </a:cubicBezTo>
                <a:cubicBezTo>
                  <a:pt x="1227547" y="1619014"/>
                  <a:pt x="1232625" y="1631091"/>
                  <a:pt x="1236744" y="1643448"/>
                </a:cubicBezTo>
                <a:cubicBezTo>
                  <a:pt x="1240863" y="1696994"/>
                  <a:pt x="1240725" y="1751039"/>
                  <a:pt x="1249101" y="1804086"/>
                </a:cubicBezTo>
                <a:cubicBezTo>
                  <a:pt x="1253164" y="1829818"/>
                  <a:pt x="1273815" y="1878227"/>
                  <a:pt x="1273815" y="1878227"/>
                </a:cubicBezTo>
                <a:cubicBezTo>
                  <a:pt x="1277748" y="1921496"/>
                  <a:pt x="1277957" y="2038901"/>
                  <a:pt x="1310885" y="2088292"/>
                </a:cubicBezTo>
                <a:cubicBezTo>
                  <a:pt x="1327361" y="2113005"/>
                  <a:pt x="1335599" y="2145956"/>
                  <a:pt x="1360312" y="2162432"/>
                </a:cubicBezTo>
                <a:cubicBezTo>
                  <a:pt x="1385025" y="2178908"/>
                  <a:pt x="1406274" y="2202466"/>
                  <a:pt x="1434452" y="2211859"/>
                </a:cubicBezTo>
                <a:cubicBezTo>
                  <a:pt x="1446809" y="2215978"/>
                  <a:pt x="1460137" y="2217890"/>
                  <a:pt x="1471523" y="2224216"/>
                </a:cubicBezTo>
                <a:cubicBezTo>
                  <a:pt x="1497487" y="2238640"/>
                  <a:pt x="1520950" y="2257167"/>
                  <a:pt x="1545663" y="2273643"/>
                </a:cubicBezTo>
                <a:cubicBezTo>
                  <a:pt x="1580935" y="2297158"/>
                  <a:pt x="1609820" y="2321109"/>
                  <a:pt x="1656874" y="2323070"/>
                </a:cubicBezTo>
                <a:lnTo>
                  <a:pt x="1953436" y="2335427"/>
                </a:lnTo>
                <a:lnTo>
                  <a:pt x="2287069" y="2323070"/>
                </a:lnTo>
                <a:lnTo>
                  <a:pt x="2793696" y="2310713"/>
                </a:lnTo>
                <a:cubicBezTo>
                  <a:pt x="2880142" y="2307185"/>
                  <a:pt x="2875297" y="2300817"/>
                  <a:pt x="2941977" y="2286000"/>
                </a:cubicBezTo>
                <a:cubicBezTo>
                  <a:pt x="3007031" y="2271544"/>
                  <a:pt x="3018039" y="2271603"/>
                  <a:pt x="3090258" y="2261286"/>
                </a:cubicBezTo>
                <a:lnTo>
                  <a:pt x="3238539" y="2211859"/>
                </a:lnTo>
                <a:cubicBezTo>
                  <a:pt x="3250896" y="2207740"/>
                  <a:pt x="3264771" y="2206727"/>
                  <a:pt x="3275609" y="2199502"/>
                </a:cubicBezTo>
                <a:cubicBezTo>
                  <a:pt x="3287966" y="2191264"/>
                  <a:pt x="3299396" y="2181430"/>
                  <a:pt x="3312679" y="2174789"/>
                </a:cubicBezTo>
                <a:cubicBezTo>
                  <a:pt x="3414997" y="2123631"/>
                  <a:pt x="3280584" y="2208542"/>
                  <a:pt x="3386820" y="2137719"/>
                </a:cubicBezTo>
                <a:cubicBezTo>
                  <a:pt x="3403296" y="2113005"/>
                  <a:pt x="3426854" y="2091756"/>
                  <a:pt x="3436247" y="2063578"/>
                </a:cubicBezTo>
                <a:cubicBezTo>
                  <a:pt x="3453300" y="2012419"/>
                  <a:pt x="3441379" y="2037346"/>
                  <a:pt x="3473317" y="1989437"/>
                </a:cubicBezTo>
                <a:cubicBezTo>
                  <a:pt x="3511947" y="1834920"/>
                  <a:pt x="3462576" y="2027030"/>
                  <a:pt x="3498031" y="1902940"/>
                </a:cubicBezTo>
                <a:cubicBezTo>
                  <a:pt x="3502697" y="1886611"/>
                  <a:pt x="3506269" y="1869989"/>
                  <a:pt x="3510388" y="1853513"/>
                </a:cubicBezTo>
                <a:cubicBezTo>
                  <a:pt x="3514507" y="1816443"/>
                  <a:pt x="3517469" y="1779226"/>
                  <a:pt x="3522744" y="1742302"/>
                </a:cubicBezTo>
                <a:cubicBezTo>
                  <a:pt x="3529830" y="1692697"/>
                  <a:pt x="3547458" y="1594021"/>
                  <a:pt x="3547458" y="1594021"/>
                </a:cubicBezTo>
                <a:cubicBezTo>
                  <a:pt x="3551577" y="1495167"/>
                  <a:pt x="3555938" y="1396323"/>
                  <a:pt x="3559815" y="1297459"/>
                </a:cubicBezTo>
                <a:cubicBezTo>
                  <a:pt x="3574121" y="932655"/>
                  <a:pt x="3553645" y="1074981"/>
                  <a:pt x="3584528" y="889686"/>
                </a:cubicBezTo>
                <a:cubicBezTo>
                  <a:pt x="3580409" y="733167"/>
                  <a:pt x="3582822" y="576340"/>
                  <a:pt x="3572171" y="420129"/>
                </a:cubicBezTo>
                <a:cubicBezTo>
                  <a:pt x="3570399" y="394139"/>
                  <a:pt x="3555696" y="370702"/>
                  <a:pt x="3547458" y="345989"/>
                </a:cubicBezTo>
                <a:cubicBezTo>
                  <a:pt x="3543339" y="333632"/>
                  <a:pt x="3546751" y="314744"/>
                  <a:pt x="3535101" y="308919"/>
                </a:cubicBezTo>
                <a:cubicBezTo>
                  <a:pt x="3518625" y="300681"/>
                  <a:pt x="3502605" y="291461"/>
                  <a:pt x="3485674" y="284205"/>
                </a:cubicBezTo>
                <a:cubicBezTo>
                  <a:pt x="3473702" y="279074"/>
                  <a:pt x="3459990" y="278174"/>
                  <a:pt x="3448604" y="271848"/>
                </a:cubicBezTo>
                <a:cubicBezTo>
                  <a:pt x="3422640" y="257423"/>
                  <a:pt x="3402641" y="231814"/>
                  <a:pt x="3374463" y="222421"/>
                </a:cubicBezTo>
                <a:cubicBezTo>
                  <a:pt x="3362106" y="218302"/>
                  <a:pt x="3348779" y="216390"/>
                  <a:pt x="3337393" y="210064"/>
                </a:cubicBezTo>
                <a:cubicBezTo>
                  <a:pt x="3193669" y="130217"/>
                  <a:pt x="3333447" y="184036"/>
                  <a:pt x="3189112" y="135924"/>
                </a:cubicBezTo>
                <a:cubicBezTo>
                  <a:pt x="3176755" y="131805"/>
                  <a:pt x="3165056" y="124109"/>
                  <a:pt x="3152042" y="123567"/>
                </a:cubicBezTo>
                <a:lnTo>
                  <a:pt x="2855479" y="111210"/>
                </a:lnTo>
                <a:cubicBezTo>
                  <a:pt x="2843122" y="107091"/>
                  <a:pt x="2830381" y="103985"/>
                  <a:pt x="2818409" y="98854"/>
                </a:cubicBezTo>
                <a:cubicBezTo>
                  <a:pt x="2801478" y="91598"/>
                  <a:pt x="2786457" y="79965"/>
                  <a:pt x="2768982" y="74140"/>
                </a:cubicBezTo>
                <a:cubicBezTo>
                  <a:pt x="2749057" y="67498"/>
                  <a:pt x="2727862" y="65540"/>
                  <a:pt x="2707198" y="61783"/>
                </a:cubicBezTo>
                <a:cubicBezTo>
                  <a:pt x="2500896" y="24274"/>
                  <a:pt x="2518861" y="46422"/>
                  <a:pt x="2163501" y="37070"/>
                </a:cubicBezTo>
                <a:cubicBezTo>
                  <a:pt x="1985536" y="20891"/>
                  <a:pt x="2020921" y="17455"/>
                  <a:pt x="1805155" y="37070"/>
                </a:cubicBezTo>
                <a:cubicBezTo>
                  <a:pt x="1788242" y="38608"/>
                  <a:pt x="1772688" y="48557"/>
                  <a:pt x="1755728" y="49427"/>
                </a:cubicBezTo>
                <a:cubicBezTo>
                  <a:pt x="1611696" y="56813"/>
                  <a:pt x="1467404" y="57664"/>
                  <a:pt x="1323242" y="61783"/>
                </a:cubicBezTo>
                <a:lnTo>
                  <a:pt x="1026679" y="86497"/>
                </a:lnTo>
                <a:cubicBezTo>
                  <a:pt x="907159" y="86497"/>
                  <a:pt x="787782" y="78259"/>
                  <a:pt x="668333" y="74140"/>
                </a:cubicBezTo>
                <a:cubicBezTo>
                  <a:pt x="647739" y="70021"/>
                  <a:pt x="626925" y="66877"/>
                  <a:pt x="606550" y="61783"/>
                </a:cubicBezTo>
                <a:cubicBezTo>
                  <a:pt x="593914" y="58624"/>
                  <a:pt x="582115" y="52586"/>
                  <a:pt x="569479" y="49427"/>
                </a:cubicBezTo>
                <a:cubicBezTo>
                  <a:pt x="549104" y="44333"/>
                  <a:pt x="527958" y="42596"/>
                  <a:pt x="507696" y="37070"/>
                </a:cubicBezTo>
                <a:cubicBezTo>
                  <a:pt x="482563" y="30216"/>
                  <a:pt x="458269" y="20594"/>
                  <a:pt x="433555" y="12356"/>
                </a:cubicBezTo>
                <a:lnTo>
                  <a:pt x="396485" y="0"/>
                </a:lnTo>
                <a:cubicBezTo>
                  <a:pt x="380644" y="3960"/>
                  <a:pt x="327719" y="15848"/>
                  <a:pt x="309988" y="24713"/>
                </a:cubicBezTo>
                <a:cubicBezTo>
                  <a:pt x="284026" y="37694"/>
                  <a:pt x="253238" y="64137"/>
                  <a:pt x="235847" y="86497"/>
                </a:cubicBezTo>
                <a:cubicBezTo>
                  <a:pt x="217612" y="109942"/>
                  <a:pt x="211133" y="144161"/>
                  <a:pt x="186420" y="160637"/>
                </a:cubicBezTo>
                <a:lnTo>
                  <a:pt x="87566" y="185351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EEACD1C4-B636-2DFF-97E6-DBD965109798}"/>
              </a:ext>
            </a:extLst>
          </p:cNvPr>
          <p:cNvSpPr/>
          <p:nvPr/>
        </p:nvSpPr>
        <p:spPr>
          <a:xfrm>
            <a:off x="8359801" y="172995"/>
            <a:ext cx="3057842" cy="2990335"/>
          </a:xfrm>
          <a:custGeom>
            <a:avLst/>
            <a:gdLst>
              <a:gd name="connsiteX0" fmla="*/ 191075 w 3057842"/>
              <a:gd name="connsiteY0" fmla="*/ 271848 h 2990335"/>
              <a:gd name="connsiteX1" fmla="*/ 191075 w 3057842"/>
              <a:gd name="connsiteY1" fmla="*/ 271848 h 2990335"/>
              <a:gd name="connsiteX2" fmla="*/ 129291 w 3057842"/>
              <a:gd name="connsiteY2" fmla="*/ 358346 h 2990335"/>
              <a:gd name="connsiteX3" fmla="*/ 116934 w 3057842"/>
              <a:gd name="connsiteY3" fmla="*/ 395416 h 2990335"/>
              <a:gd name="connsiteX4" fmla="*/ 67507 w 3057842"/>
              <a:gd name="connsiteY4" fmla="*/ 469556 h 2990335"/>
              <a:gd name="connsiteX5" fmla="*/ 18080 w 3057842"/>
              <a:gd name="connsiteY5" fmla="*/ 580767 h 2990335"/>
              <a:gd name="connsiteX6" fmla="*/ 18080 w 3057842"/>
              <a:gd name="connsiteY6" fmla="*/ 778475 h 2990335"/>
              <a:gd name="connsiteX7" fmla="*/ 55150 w 3057842"/>
              <a:gd name="connsiteY7" fmla="*/ 815546 h 2990335"/>
              <a:gd name="connsiteX8" fmla="*/ 166361 w 3057842"/>
              <a:gd name="connsiteY8" fmla="*/ 877329 h 2990335"/>
              <a:gd name="connsiteX9" fmla="*/ 203431 w 3057842"/>
              <a:gd name="connsiteY9" fmla="*/ 902043 h 2990335"/>
              <a:gd name="connsiteX10" fmla="*/ 339356 w 3057842"/>
              <a:gd name="connsiteY10" fmla="*/ 926756 h 2990335"/>
              <a:gd name="connsiteX11" fmla="*/ 574134 w 3057842"/>
              <a:gd name="connsiteY11" fmla="*/ 914400 h 2990335"/>
              <a:gd name="connsiteX12" fmla="*/ 623561 w 3057842"/>
              <a:gd name="connsiteY12" fmla="*/ 902043 h 2990335"/>
              <a:gd name="connsiteX13" fmla="*/ 685345 w 3057842"/>
              <a:gd name="connsiteY13" fmla="*/ 889686 h 2990335"/>
              <a:gd name="connsiteX14" fmla="*/ 845983 w 3057842"/>
              <a:gd name="connsiteY14" fmla="*/ 852616 h 2990335"/>
              <a:gd name="connsiteX15" fmla="*/ 957194 w 3057842"/>
              <a:gd name="connsiteY15" fmla="*/ 864973 h 2990335"/>
              <a:gd name="connsiteX16" fmla="*/ 1031334 w 3057842"/>
              <a:gd name="connsiteY16" fmla="*/ 889686 h 2990335"/>
              <a:gd name="connsiteX17" fmla="*/ 1068404 w 3057842"/>
              <a:gd name="connsiteY17" fmla="*/ 926756 h 2990335"/>
              <a:gd name="connsiteX18" fmla="*/ 1043691 w 3057842"/>
              <a:gd name="connsiteY18" fmla="*/ 1210962 h 2990335"/>
              <a:gd name="connsiteX19" fmla="*/ 1006621 w 3057842"/>
              <a:gd name="connsiteY19" fmla="*/ 1408670 h 2990335"/>
              <a:gd name="connsiteX20" fmla="*/ 981907 w 3057842"/>
              <a:gd name="connsiteY20" fmla="*/ 1865870 h 2990335"/>
              <a:gd name="connsiteX21" fmla="*/ 1006621 w 3057842"/>
              <a:gd name="connsiteY21" fmla="*/ 2224216 h 2990335"/>
              <a:gd name="connsiteX22" fmla="*/ 981907 w 3057842"/>
              <a:gd name="connsiteY22" fmla="*/ 2323070 h 2990335"/>
              <a:gd name="connsiteX23" fmla="*/ 969550 w 3057842"/>
              <a:gd name="connsiteY23" fmla="*/ 2360140 h 2990335"/>
              <a:gd name="connsiteX24" fmla="*/ 944837 w 3057842"/>
              <a:gd name="connsiteY24" fmla="*/ 2471351 h 2990335"/>
              <a:gd name="connsiteX25" fmla="*/ 957194 w 3057842"/>
              <a:gd name="connsiteY25" fmla="*/ 2743200 h 2990335"/>
              <a:gd name="connsiteX26" fmla="*/ 981907 w 3057842"/>
              <a:gd name="connsiteY26" fmla="*/ 2817340 h 2990335"/>
              <a:gd name="connsiteX27" fmla="*/ 1006621 w 3057842"/>
              <a:gd name="connsiteY27" fmla="*/ 2854410 h 2990335"/>
              <a:gd name="connsiteX28" fmla="*/ 1080761 w 3057842"/>
              <a:gd name="connsiteY28" fmla="*/ 2903837 h 2990335"/>
              <a:gd name="connsiteX29" fmla="*/ 1154902 w 3057842"/>
              <a:gd name="connsiteY29" fmla="*/ 2953264 h 2990335"/>
              <a:gd name="connsiteX30" fmla="*/ 1191972 w 3057842"/>
              <a:gd name="connsiteY30" fmla="*/ 2965621 h 2990335"/>
              <a:gd name="connsiteX31" fmla="*/ 1315540 w 3057842"/>
              <a:gd name="connsiteY31" fmla="*/ 2990335 h 2990335"/>
              <a:gd name="connsiteX32" fmla="*/ 1735669 w 3057842"/>
              <a:gd name="connsiteY32" fmla="*/ 2977978 h 2990335"/>
              <a:gd name="connsiteX33" fmla="*/ 1797453 w 3057842"/>
              <a:gd name="connsiteY33" fmla="*/ 2965621 h 2990335"/>
              <a:gd name="connsiteX34" fmla="*/ 1883950 w 3057842"/>
              <a:gd name="connsiteY34" fmla="*/ 2940908 h 2990335"/>
              <a:gd name="connsiteX35" fmla="*/ 1921021 w 3057842"/>
              <a:gd name="connsiteY35" fmla="*/ 2916194 h 2990335"/>
              <a:gd name="connsiteX36" fmla="*/ 1970448 w 3057842"/>
              <a:gd name="connsiteY36" fmla="*/ 2903837 h 2990335"/>
              <a:gd name="connsiteX37" fmla="*/ 2007518 w 3057842"/>
              <a:gd name="connsiteY37" fmla="*/ 2891481 h 2990335"/>
              <a:gd name="connsiteX38" fmla="*/ 2044588 w 3057842"/>
              <a:gd name="connsiteY38" fmla="*/ 2866767 h 2990335"/>
              <a:gd name="connsiteX39" fmla="*/ 2081658 w 3057842"/>
              <a:gd name="connsiteY39" fmla="*/ 2854410 h 2990335"/>
              <a:gd name="connsiteX40" fmla="*/ 2131085 w 3057842"/>
              <a:gd name="connsiteY40" fmla="*/ 2829697 h 2990335"/>
              <a:gd name="connsiteX41" fmla="*/ 2205226 w 3057842"/>
              <a:gd name="connsiteY41" fmla="*/ 2767913 h 2990335"/>
              <a:gd name="connsiteX42" fmla="*/ 2217583 w 3057842"/>
              <a:gd name="connsiteY42" fmla="*/ 2730843 h 2990335"/>
              <a:gd name="connsiteX43" fmla="*/ 2242296 w 3057842"/>
              <a:gd name="connsiteY43" fmla="*/ 2693773 h 2990335"/>
              <a:gd name="connsiteX44" fmla="*/ 2304080 w 3057842"/>
              <a:gd name="connsiteY44" fmla="*/ 2607275 h 2990335"/>
              <a:gd name="connsiteX45" fmla="*/ 2316437 w 3057842"/>
              <a:gd name="connsiteY45" fmla="*/ 2557848 h 2990335"/>
              <a:gd name="connsiteX46" fmla="*/ 2328794 w 3057842"/>
              <a:gd name="connsiteY46" fmla="*/ 2520778 h 2990335"/>
              <a:gd name="connsiteX47" fmla="*/ 2304080 w 3057842"/>
              <a:gd name="connsiteY47" fmla="*/ 2298356 h 2990335"/>
              <a:gd name="connsiteX48" fmla="*/ 2279367 w 3057842"/>
              <a:gd name="connsiteY48" fmla="*/ 2224216 h 2990335"/>
              <a:gd name="connsiteX49" fmla="*/ 2267010 w 3057842"/>
              <a:gd name="connsiteY49" fmla="*/ 2174789 h 2990335"/>
              <a:gd name="connsiteX50" fmla="*/ 2242296 w 3057842"/>
              <a:gd name="connsiteY50" fmla="*/ 2100648 h 2990335"/>
              <a:gd name="connsiteX51" fmla="*/ 2254653 w 3057842"/>
              <a:gd name="connsiteY51" fmla="*/ 2014151 h 2990335"/>
              <a:gd name="connsiteX52" fmla="*/ 2291723 w 3057842"/>
              <a:gd name="connsiteY52" fmla="*/ 1977081 h 2990335"/>
              <a:gd name="connsiteX53" fmla="*/ 2365864 w 3057842"/>
              <a:gd name="connsiteY53" fmla="*/ 1952367 h 2990335"/>
              <a:gd name="connsiteX54" fmla="*/ 2538858 w 3057842"/>
              <a:gd name="connsiteY54" fmla="*/ 1927654 h 2990335"/>
              <a:gd name="connsiteX55" fmla="*/ 2637713 w 3057842"/>
              <a:gd name="connsiteY55" fmla="*/ 1915297 h 2990335"/>
              <a:gd name="connsiteX56" fmla="*/ 2724210 w 3057842"/>
              <a:gd name="connsiteY56" fmla="*/ 1890583 h 2990335"/>
              <a:gd name="connsiteX57" fmla="*/ 2773637 w 3057842"/>
              <a:gd name="connsiteY57" fmla="*/ 1865870 h 2990335"/>
              <a:gd name="connsiteX58" fmla="*/ 2810707 w 3057842"/>
              <a:gd name="connsiteY58" fmla="*/ 1853513 h 2990335"/>
              <a:gd name="connsiteX59" fmla="*/ 2847777 w 3057842"/>
              <a:gd name="connsiteY59" fmla="*/ 1828800 h 2990335"/>
              <a:gd name="connsiteX60" fmla="*/ 2897204 w 3057842"/>
              <a:gd name="connsiteY60" fmla="*/ 1804086 h 2990335"/>
              <a:gd name="connsiteX61" fmla="*/ 2971345 w 3057842"/>
              <a:gd name="connsiteY61" fmla="*/ 1729946 h 2990335"/>
              <a:gd name="connsiteX62" fmla="*/ 2983702 w 3057842"/>
              <a:gd name="connsiteY62" fmla="*/ 1692875 h 2990335"/>
              <a:gd name="connsiteX63" fmla="*/ 3008415 w 3057842"/>
              <a:gd name="connsiteY63" fmla="*/ 1655805 h 2990335"/>
              <a:gd name="connsiteX64" fmla="*/ 3033129 w 3057842"/>
              <a:gd name="connsiteY64" fmla="*/ 1606378 h 2990335"/>
              <a:gd name="connsiteX65" fmla="*/ 3045485 w 3057842"/>
              <a:gd name="connsiteY65" fmla="*/ 1556951 h 2990335"/>
              <a:gd name="connsiteX66" fmla="*/ 3057842 w 3057842"/>
              <a:gd name="connsiteY66" fmla="*/ 1519881 h 2990335"/>
              <a:gd name="connsiteX67" fmla="*/ 3045485 w 3057842"/>
              <a:gd name="connsiteY67" fmla="*/ 1272746 h 2990335"/>
              <a:gd name="connsiteX68" fmla="*/ 3020772 w 3057842"/>
              <a:gd name="connsiteY68" fmla="*/ 1235675 h 2990335"/>
              <a:gd name="connsiteX69" fmla="*/ 2909561 w 3057842"/>
              <a:gd name="connsiteY69" fmla="*/ 1173891 h 2990335"/>
              <a:gd name="connsiteX70" fmla="*/ 2860134 w 3057842"/>
              <a:gd name="connsiteY70" fmla="*/ 1149178 h 2990335"/>
              <a:gd name="connsiteX71" fmla="*/ 2785994 w 3057842"/>
              <a:gd name="connsiteY71" fmla="*/ 1124464 h 2990335"/>
              <a:gd name="connsiteX72" fmla="*/ 2748923 w 3057842"/>
              <a:gd name="connsiteY72" fmla="*/ 1112108 h 2990335"/>
              <a:gd name="connsiteX73" fmla="*/ 2316437 w 3057842"/>
              <a:gd name="connsiteY73" fmla="*/ 1124464 h 2990335"/>
              <a:gd name="connsiteX74" fmla="*/ 2192869 w 3057842"/>
              <a:gd name="connsiteY74" fmla="*/ 1149178 h 2990335"/>
              <a:gd name="connsiteX75" fmla="*/ 2118729 w 3057842"/>
              <a:gd name="connsiteY75" fmla="*/ 1161535 h 2990335"/>
              <a:gd name="connsiteX76" fmla="*/ 2044588 w 3057842"/>
              <a:gd name="connsiteY76" fmla="*/ 1149178 h 2990335"/>
              <a:gd name="connsiteX77" fmla="*/ 2019875 w 3057842"/>
              <a:gd name="connsiteY77" fmla="*/ 1112108 h 2990335"/>
              <a:gd name="connsiteX78" fmla="*/ 1995161 w 3057842"/>
              <a:gd name="connsiteY78" fmla="*/ 1000897 h 2990335"/>
              <a:gd name="connsiteX79" fmla="*/ 2007518 w 3057842"/>
              <a:gd name="connsiteY79" fmla="*/ 766119 h 2990335"/>
              <a:gd name="connsiteX80" fmla="*/ 2081658 w 3057842"/>
              <a:gd name="connsiteY80" fmla="*/ 617837 h 2990335"/>
              <a:gd name="connsiteX81" fmla="*/ 2118729 w 3057842"/>
              <a:gd name="connsiteY81" fmla="*/ 543697 h 2990335"/>
              <a:gd name="connsiteX82" fmla="*/ 2143442 w 3057842"/>
              <a:gd name="connsiteY82" fmla="*/ 444843 h 2990335"/>
              <a:gd name="connsiteX83" fmla="*/ 2131085 w 3057842"/>
              <a:gd name="connsiteY83" fmla="*/ 296562 h 2990335"/>
              <a:gd name="connsiteX84" fmla="*/ 2094015 w 3057842"/>
              <a:gd name="connsiteY84" fmla="*/ 222421 h 2990335"/>
              <a:gd name="connsiteX85" fmla="*/ 2081658 w 3057842"/>
              <a:gd name="connsiteY85" fmla="*/ 185351 h 2990335"/>
              <a:gd name="connsiteX86" fmla="*/ 1970448 w 3057842"/>
              <a:gd name="connsiteY86" fmla="*/ 86497 h 2990335"/>
              <a:gd name="connsiteX87" fmla="*/ 1933377 w 3057842"/>
              <a:gd name="connsiteY87" fmla="*/ 74140 h 2990335"/>
              <a:gd name="connsiteX88" fmla="*/ 1834523 w 3057842"/>
              <a:gd name="connsiteY88" fmla="*/ 49427 h 2990335"/>
              <a:gd name="connsiteX89" fmla="*/ 1785096 w 3057842"/>
              <a:gd name="connsiteY89" fmla="*/ 37070 h 2990335"/>
              <a:gd name="connsiteX90" fmla="*/ 1735669 w 3057842"/>
              <a:gd name="connsiteY90" fmla="*/ 24713 h 2990335"/>
              <a:gd name="connsiteX91" fmla="*/ 1661529 w 3057842"/>
              <a:gd name="connsiteY91" fmla="*/ 12356 h 2990335"/>
              <a:gd name="connsiteX92" fmla="*/ 1513248 w 3057842"/>
              <a:gd name="connsiteY92" fmla="*/ 0 h 2990335"/>
              <a:gd name="connsiteX93" fmla="*/ 1216685 w 3057842"/>
              <a:gd name="connsiteY93" fmla="*/ 12356 h 2990335"/>
              <a:gd name="connsiteX94" fmla="*/ 1154902 w 3057842"/>
              <a:gd name="connsiteY94" fmla="*/ 24713 h 2990335"/>
              <a:gd name="connsiteX95" fmla="*/ 1080761 w 3057842"/>
              <a:gd name="connsiteY95" fmla="*/ 37070 h 2990335"/>
              <a:gd name="connsiteX96" fmla="*/ 895410 w 3057842"/>
              <a:gd name="connsiteY96" fmla="*/ 74140 h 2990335"/>
              <a:gd name="connsiteX97" fmla="*/ 858340 w 3057842"/>
              <a:gd name="connsiteY97" fmla="*/ 86497 h 2990335"/>
              <a:gd name="connsiteX98" fmla="*/ 734772 w 3057842"/>
              <a:gd name="connsiteY98" fmla="*/ 123567 h 2990335"/>
              <a:gd name="connsiteX99" fmla="*/ 685345 w 3057842"/>
              <a:gd name="connsiteY99" fmla="*/ 148281 h 2990335"/>
              <a:gd name="connsiteX100" fmla="*/ 611204 w 3057842"/>
              <a:gd name="connsiteY100" fmla="*/ 172994 h 2990335"/>
              <a:gd name="connsiteX101" fmla="*/ 574134 w 3057842"/>
              <a:gd name="connsiteY101" fmla="*/ 197708 h 2990335"/>
              <a:gd name="connsiteX102" fmla="*/ 425853 w 3057842"/>
              <a:gd name="connsiteY102" fmla="*/ 234778 h 2990335"/>
              <a:gd name="connsiteX103" fmla="*/ 314642 w 3057842"/>
              <a:gd name="connsiteY103" fmla="*/ 247135 h 2990335"/>
              <a:gd name="connsiteX104" fmla="*/ 228145 w 3057842"/>
              <a:gd name="connsiteY104" fmla="*/ 271848 h 2990335"/>
              <a:gd name="connsiteX105" fmla="*/ 191075 w 3057842"/>
              <a:gd name="connsiteY105" fmla="*/ 271848 h 2990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057842" h="2990335">
                <a:moveTo>
                  <a:pt x="191075" y="271848"/>
                </a:moveTo>
                <a:lnTo>
                  <a:pt x="191075" y="271848"/>
                </a:lnTo>
                <a:cubicBezTo>
                  <a:pt x="170480" y="300681"/>
                  <a:pt x="147521" y="327963"/>
                  <a:pt x="129291" y="358346"/>
                </a:cubicBezTo>
                <a:cubicBezTo>
                  <a:pt x="122590" y="369515"/>
                  <a:pt x="123260" y="384030"/>
                  <a:pt x="116934" y="395416"/>
                </a:cubicBezTo>
                <a:cubicBezTo>
                  <a:pt x="102509" y="421380"/>
                  <a:pt x="67507" y="469556"/>
                  <a:pt x="67507" y="469556"/>
                </a:cubicBezTo>
                <a:cubicBezTo>
                  <a:pt x="38098" y="557786"/>
                  <a:pt x="57244" y="522022"/>
                  <a:pt x="18080" y="580767"/>
                </a:cubicBezTo>
                <a:cubicBezTo>
                  <a:pt x="-1289" y="658240"/>
                  <a:pt x="-10343" y="671890"/>
                  <a:pt x="18080" y="778475"/>
                </a:cubicBezTo>
                <a:cubicBezTo>
                  <a:pt x="22583" y="795360"/>
                  <a:pt x="41356" y="804817"/>
                  <a:pt x="55150" y="815546"/>
                </a:cubicBezTo>
                <a:cubicBezTo>
                  <a:pt x="118883" y="865117"/>
                  <a:pt x="110430" y="858686"/>
                  <a:pt x="166361" y="877329"/>
                </a:cubicBezTo>
                <a:cubicBezTo>
                  <a:pt x="178718" y="885567"/>
                  <a:pt x="189781" y="896193"/>
                  <a:pt x="203431" y="902043"/>
                </a:cubicBezTo>
                <a:cubicBezTo>
                  <a:pt x="232564" y="914529"/>
                  <a:pt x="319308" y="923892"/>
                  <a:pt x="339356" y="926756"/>
                </a:cubicBezTo>
                <a:cubicBezTo>
                  <a:pt x="417615" y="922637"/>
                  <a:pt x="496061" y="921189"/>
                  <a:pt x="574134" y="914400"/>
                </a:cubicBezTo>
                <a:cubicBezTo>
                  <a:pt x="591053" y="912929"/>
                  <a:pt x="606983" y="905727"/>
                  <a:pt x="623561" y="902043"/>
                </a:cubicBezTo>
                <a:cubicBezTo>
                  <a:pt x="644063" y="897487"/>
                  <a:pt x="664880" y="894409"/>
                  <a:pt x="685345" y="889686"/>
                </a:cubicBezTo>
                <a:cubicBezTo>
                  <a:pt x="879093" y="844975"/>
                  <a:pt x="704814" y="880850"/>
                  <a:pt x="845983" y="852616"/>
                </a:cubicBezTo>
                <a:cubicBezTo>
                  <a:pt x="883053" y="856735"/>
                  <a:pt x="920620" y="857658"/>
                  <a:pt x="957194" y="864973"/>
                </a:cubicBezTo>
                <a:cubicBezTo>
                  <a:pt x="982738" y="870082"/>
                  <a:pt x="1031334" y="889686"/>
                  <a:pt x="1031334" y="889686"/>
                </a:cubicBezTo>
                <a:cubicBezTo>
                  <a:pt x="1043691" y="902043"/>
                  <a:pt x="1066822" y="909353"/>
                  <a:pt x="1068404" y="926756"/>
                </a:cubicBezTo>
                <a:cubicBezTo>
                  <a:pt x="1086685" y="1127844"/>
                  <a:pt x="1068223" y="1096483"/>
                  <a:pt x="1043691" y="1210962"/>
                </a:cubicBezTo>
                <a:cubicBezTo>
                  <a:pt x="1021467" y="1314671"/>
                  <a:pt x="1021466" y="1319594"/>
                  <a:pt x="1006621" y="1408670"/>
                </a:cubicBezTo>
                <a:cubicBezTo>
                  <a:pt x="994596" y="1564986"/>
                  <a:pt x="981907" y="1705353"/>
                  <a:pt x="981907" y="1865870"/>
                </a:cubicBezTo>
                <a:cubicBezTo>
                  <a:pt x="981907" y="2139616"/>
                  <a:pt x="971417" y="2083403"/>
                  <a:pt x="1006621" y="2224216"/>
                </a:cubicBezTo>
                <a:cubicBezTo>
                  <a:pt x="998383" y="2257167"/>
                  <a:pt x="992648" y="2290848"/>
                  <a:pt x="981907" y="2323070"/>
                </a:cubicBezTo>
                <a:cubicBezTo>
                  <a:pt x="977788" y="2335427"/>
                  <a:pt x="973128" y="2347616"/>
                  <a:pt x="969550" y="2360140"/>
                </a:cubicBezTo>
                <a:cubicBezTo>
                  <a:pt x="957920" y="2400847"/>
                  <a:pt x="953328" y="2428897"/>
                  <a:pt x="944837" y="2471351"/>
                </a:cubicBezTo>
                <a:cubicBezTo>
                  <a:pt x="948956" y="2561967"/>
                  <a:pt x="947530" y="2653006"/>
                  <a:pt x="957194" y="2743200"/>
                </a:cubicBezTo>
                <a:cubicBezTo>
                  <a:pt x="959969" y="2769102"/>
                  <a:pt x="967457" y="2795665"/>
                  <a:pt x="981907" y="2817340"/>
                </a:cubicBezTo>
                <a:cubicBezTo>
                  <a:pt x="990145" y="2829697"/>
                  <a:pt x="995444" y="2844631"/>
                  <a:pt x="1006621" y="2854410"/>
                </a:cubicBezTo>
                <a:cubicBezTo>
                  <a:pt x="1028974" y="2873969"/>
                  <a:pt x="1056048" y="2887361"/>
                  <a:pt x="1080761" y="2903837"/>
                </a:cubicBezTo>
                <a:lnTo>
                  <a:pt x="1154902" y="2953264"/>
                </a:lnTo>
                <a:cubicBezTo>
                  <a:pt x="1167259" y="2957383"/>
                  <a:pt x="1179280" y="2962692"/>
                  <a:pt x="1191972" y="2965621"/>
                </a:cubicBezTo>
                <a:cubicBezTo>
                  <a:pt x="1232901" y="2975066"/>
                  <a:pt x="1315540" y="2990335"/>
                  <a:pt x="1315540" y="2990335"/>
                </a:cubicBezTo>
                <a:cubicBezTo>
                  <a:pt x="1455583" y="2986216"/>
                  <a:pt x="1595749" y="2985154"/>
                  <a:pt x="1735669" y="2977978"/>
                </a:cubicBezTo>
                <a:cubicBezTo>
                  <a:pt x="1756644" y="2976902"/>
                  <a:pt x="1776951" y="2970177"/>
                  <a:pt x="1797453" y="2965621"/>
                </a:cubicBezTo>
                <a:cubicBezTo>
                  <a:pt x="1843997" y="2955278"/>
                  <a:pt x="1842671" y="2954667"/>
                  <a:pt x="1883950" y="2940908"/>
                </a:cubicBezTo>
                <a:cubicBezTo>
                  <a:pt x="1896307" y="2932670"/>
                  <a:pt x="1907371" y="2922044"/>
                  <a:pt x="1921021" y="2916194"/>
                </a:cubicBezTo>
                <a:cubicBezTo>
                  <a:pt x="1936631" y="2909504"/>
                  <a:pt x="1954119" y="2908502"/>
                  <a:pt x="1970448" y="2903837"/>
                </a:cubicBezTo>
                <a:cubicBezTo>
                  <a:pt x="1982972" y="2900259"/>
                  <a:pt x="1995161" y="2895600"/>
                  <a:pt x="2007518" y="2891481"/>
                </a:cubicBezTo>
                <a:cubicBezTo>
                  <a:pt x="2019875" y="2883243"/>
                  <a:pt x="2031305" y="2873409"/>
                  <a:pt x="2044588" y="2866767"/>
                </a:cubicBezTo>
                <a:cubicBezTo>
                  <a:pt x="2056238" y="2860942"/>
                  <a:pt x="2069686" y="2859541"/>
                  <a:pt x="2081658" y="2854410"/>
                </a:cubicBezTo>
                <a:cubicBezTo>
                  <a:pt x="2098589" y="2847154"/>
                  <a:pt x="2115092" y="2838836"/>
                  <a:pt x="2131085" y="2829697"/>
                </a:cubicBezTo>
                <a:cubicBezTo>
                  <a:pt x="2171226" y="2806759"/>
                  <a:pt x="2171150" y="2801989"/>
                  <a:pt x="2205226" y="2767913"/>
                </a:cubicBezTo>
                <a:cubicBezTo>
                  <a:pt x="2209345" y="2755556"/>
                  <a:pt x="2211758" y="2742493"/>
                  <a:pt x="2217583" y="2730843"/>
                </a:cubicBezTo>
                <a:cubicBezTo>
                  <a:pt x="2224224" y="2717560"/>
                  <a:pt x="2233664" y="2705858"/>
                  <a:pt x="2242296" y="2693773"/>
                </a:cubicBezTo>
                <a:cubicBezTo>
                  <a:pt x="2318919" y="2586502"/>
                  <a:pt x="2245848" y="2694627"/>
                  <a:pt x="2304080" y="2607275"/>
                </a:cubicBezTo>
                <a:cubicBezTo>
                  <a:pt x="2308199" y="2590799"/>
                  <a:pt x="2311771" y="2574177"/>
                  <a:pt x="2316437" y="2557848"/>
                </a:cubicBezTo>
                <a:cubicBezTo>
                  <a:pt x="2320015" y="2545324"/>
                  <a:pt x="2328794" y="2533803"/>
                  <a:pt x="2328794" y="2520778"/>
                </a:cubicBezTo>
                <a:cubicBezTo>
                  <a:pt x="2328794" y="2435924"/>
                  <a:pt x="2326473" y="2373001"/>
                  <a:pt x="2304080" y="2298356"/>
                </a:cubicBezTo>
                <a:cubicBezTo>
                  <a:pt x="2296595" y="2273405"/>
                  <a:pt x="2285685" y="2249488"/>
                  <a:pt x="2279367" y="2224216"/>
                </a:cubicBezTo>
                <a:cubicBezTo>
                  <a:pt x="2275248" y="2207740"/>
                  <a:pt x="2271890" y="2191056"/>
                  <a:pt x="2267010" y="2174789"/>
                </a:cubicBezTo>
                <a:cubicBezTo>
                  <a:pt x="2259524" y="2149837"/>
                  <a:pt x="2242296" y="2100648"/>
                  <a:pt x="2242296" y="2100648"/>
                </a:cubicBezTo>
                <a:cubicBezTo>
                  <a:pt x="2246415" y="2071816"/>
                  <a:pt x="2243836" y="2041193"/>
                  <a:pt x="2254653" y="2014151"/>
                </a:cubicBezTo>
                <a:cubicBezTo>
                  <a:pt x="2261143" y="1997926"/>
                  <a:pt x="2276447" y="1985568"/>
                  <a:pt x="2291723" y="1977081"/>
                </a:cubicBezTo>
                <a:cubicBezTo>
                  <a:pt x="2314495" y="1964430"/>
                  <a:pt x="2340319" y="1957476"/>
                  <a:pt x="2365864" y="1952367"/>
                </a:cubicBezTo>
                <a:cubicBezTo>
                  <a:pt x="2470127" y="1931514"/>
                  <a:pt x="2396286" y="1944427"/>
                  <a:pt x="2538858" y="1927654"/>
                </a:cubicBezTo>
                <a:lnTo>
                  <a:pt x="2637713" y="1915297"/>
                </a:lnTo>
                <a:cubicBezTo>
                  <a:pt x="2662798" y="1909026"/>
                  <a:pt x="2699390" y="1901220"/>
                  <a:pt x="2724210" y="1890583"/>
                </a:cubicBezTo>
                <a:cubicBezTo>
                  <a:pt x="2741141" y="1883327"/>
                  <a:pt x="2756706" y="1873126"/>
                  <a:pt x="2773637" y="1865870"/>
                </a:cubicBezTo>
                <a:cubicBezTo>
                  <a:pt x="2785609" y="1860739"/>
                  <a:pt x="2799057" y="1859338"/>
                  <a:pt x="2810707" y="1853513"/>
                </a:cubicBezTo>
                <a:cubicBezTo>
                  <a:pt x="2823990" y="1846872"/>
                  <a:pt x="2834883" y="1836168"/>
                  <a:pt x="2847777" y="1828800"/>
                </a:cubicBezTo>
                <a:cubicBezTo>
                  <a:pt x="2863770" y="1819661"/>
                  <a:pt x="2882820" y="1815593"/>
                  <a:pt x="2897204" y="1804086"/>
                </a:cubicBezTo>
                <a:cubicBezTo>
                  <a:pt x="2924496" y="1782253"/>
                  <a:pt x="2971345" y="1729946"/>
                  <a:pt x="2971345" y="1729946"/>
                </a:cubicBezTo>
                <a:cubicBezTo>
                  <a:pt x="2975464" y="1717589"/>
                  <a:pt x="2977877" y="1704525"/>
                  <a:pt x="2983702" y="1692875"/>
                </a:cubicBezTo>
                <a:cubicBezTo>
                  <a:pt x="2990343" y="1679592"/>
                  <a:pt x="3001047" y="1668699"/>
                  <a:pt x="3008415" y="1655805"/>
                </a:cubicBezTo>
                <a:cubicBezTo>
                  <a:pt x="3017554" y="1639812"/>
                  <a:pt x="3024891" y="1622854"/>
                  <a:pt x="3033129" y="1606378"/>
                </a:cubicBezTo>
                <a:cubicBezTo>
                  <a:pt x="3037248" y="1589902"/>
                  <a:pt x="3040820" y="1573280"/>
                  <a:pt x="3045485" y="1556951"/>
                </a:cubicBezTo>
                <a:cubicBezTo>
                  <a:pt x="3049063" y="1544427"/>
                  <a:pt x="3057842" y="1532906"/>
                  <a:pt x="3057842" y="1519881"/>
                </a:cubicBezTo>
                <a:cubicBezTo>
                  <a:pt x="3057842" y="1437400"/>
                  <a:pt x="3056153" y="1354534"/>
                  <a:pt x="3045485" y="1272746"/>
                </a:cubicBezTo>
                <a:cubicBezTo>
                  <a:pt x="3043564" y="1258020"/>
                  <a:pt x="3031949" y="1245455"/>
                  <a:pt x="3020772" y="1235675"/>
                </a:cubicBezTo>
                <a:cubicBezTo>
                  <a:pt x="2943714" y="1168249"/>
                  <a:pt x="2971335" y="1200366"/>
                  <a:pt x="2909561" y="1173891"/>
                </a:cubicBezTo>
                <a:cubicBezTo>
                  <a:pt x="2892630" y="1166635"/>
                  <a:pt x="2877237" y="1156019"/>
                  <a:pt x="2860134" y="1149178"/>
                </a:cubicBezTo>
                <a:cubicBezTo>
                  <a:pt x="2835947" y="1139503"/>
                  <a:pt x="2810707" y="1132702"/>
                  <a:pt x="2785994" y="1124464"/>
                </a:cubicBezTo>
                <a:lnTo>
                  <a:pt x="2748923" y="1112108"/>
                </a:lnTo>
                <a:cubicBezTo>
                  <a:pt x="2604761" y="1116227"/>
                  <a:pt x="2460338" y="1114871"/>
                  <a:pt x="2316437" y="1124464"/>
                </a:cubicBezTo>
                <a:cubicBezTo>
                  <a:pt x="2274525" y="1127258"/>
                  <a:pt x="2234303" y="1142272"/>
                  <a:pt x="2192869" y="1149178"/>
                </a:cubicBezTo>
                <a:lnTo>
                  <a:pt x="2118729" y="1161535"/>
                </a:lnTo>
                <a:cubicBezTo>
                  <a:pt x="2094015" y="1157416"/>
                  <a:pt x="2066997" y="1160383"/>
                  <a:pt x="2044588" y="1149178"/>
                </a:cubicBezTo>
                <a:cubicBezTo>
                  <a:pt x="2031305" y="1142537"/>
                  <a:pt x="2025725" y="1125758"/>
                  <a:pt x="2019875" y="1112108"/>
                </a:cubicBezTo>
                <a:cubicBezTo>
                  <a:pt x="2013331" y="1096838"/>
                  <a:pt x="1997360" y="1011894"/>
                  <a:pt x="1995161" y="1000897"/>
                </a:cubicBezTo>
                <a:cubicBezTo>
                  <a:pt x="1999280" y="922638"/>
                  <a:pt x="1998181" y="843928"/>
                  <a:pt x="2007518" y="766119"/>
                </a:cubicBezTo>
                <a:cubicBezTo>
                  <a:pt x="2023274" y="634815"/>
                  <a:pt x="2038702" y="746702"/>
                  <a:pt x="2081658" y="617837"/>
                </a:cubicBezTo>
                <a:cubicBezTo>
                  <a:pt x="2098711" y="566678"/>
                  <a:pt x="2086790" y="591604"/>
                  <a:pt x="2118729" y="543697"/>
                </a:cubicBezTo>
                <a:cubicBezTo>
                  <a:pt x="2128479" y="514446"/>
                  <a:pt x="2143442" y="474662"/>
                  <a:pt x="2143442" y="444843"/>
                </a:cubicBezTo>
                <a:cubicBezTo>
                  <a:pt x="2143442" y="395245"/>
                  <a:pt x="2137640" y="345725"/>
                  <a:pt x="2131085" y="296562"/>
                </a:cubicBezTo>
                <a:cubicBezTo>
                  <a:pt x="2125437" y="254204"/>
                  <a:pt x="2112951" y="260293"/>
                  <a:pt x="2094015" y="222421"/>
                </a:cubicBezTo>
                <a:cubicBezTo>
                  <a:pt x="2088190" y="210771"/>
                  <a:pt x="2089655" y="195632"/>
                  <a:pt x="2081658" y="185351"/>
                </a:cubicBezTo>
                <a:cubicBezTo>
                  <a:pt x="2060816" y="158554"/>
                  <a:pt x="2009489" y="106017"/>
                  <a:pt x="1970448" y="86497"/>
                </a:cubicBezTo>
                <a:cubicBezTo>
                  <a:pt x="1958798" y="80672"/>
                  <a:pt x="1945943" y="77567"/>
                  <a:pt x="1933377" y="74140"/>
                </a:cubicBezTo>
                <a:cubicBezTo>
                  <a:pt x="1900608" y="65203"/>
                  <a:pt x="1867474" y="57665"/>
                  <a:pt x="1834523" y="49427"/>
                </a:cubicBezTo>
                <a:lnTo>
                  <a:pt x="1785096" y="37070"/>
                </a:lnTo>
                <a:cubicBezTo>
                  <a:pt x="1768620" y="32951"/>
                  <a:pt x="1752421" y="27505"/>
                  <a:pt x="1735669" y="24713"/>
                </a:cubicBezTo>
                <a:cubicBezTo>
                  <a:pt x="1710956" y="20594"/>
                  <a:pt x="1686430" y="15123"/>
                  <a:pt x="1661529" y="12356"/>
                </a:cubicBezTo>
                <a:cubicBezTo>
                  <a:pt x="1612234" y="6879"/>
                  <a:pt x="1562675" y="4119"/>
                  <a:pt x="1513248" y="0"/>
                </a:cubicBezTo>
                <a:cubicBezTo>
                  <a:pt x="1414394" y="4119"/>
                  <a:pt x="1315391" y="5549"/>
                  <a:pt x="1216685" y="12356"/>
                </a:cubicBezTo>
                <a:cubicBezTo>
                  <a:pt x="1195733" y="13801"/>
                  <a:pt x="1175565" y="20956"/>
                  <a:pt x="1154902" y="24713"/>
                </a:cubicBezTo>
                <a:cubicBezTo>
                  <a:pt x="1130252" y="29195"/>
                  <a:pt x="1105524" y="33260"/>
                  <a:pt x="1080761" y="37070"/>
                </a:cubicBezTo>
                <a:cubicBezTo>
                  <a:pt x="1003898" y="48895"/>
                  <a:pt x="972072" y="48585"/>
                  <a:pt x="895410" y="74140"/>
                </a:cubicBezTo>
                <a:cubicBezTo>
                  <a:pt x="883053" y="78259"/>
                  <a:pt x="870864" y="82919"/>
                  <a:pt x="858340" y="86497"/>
                </a:cubicBezTo>
                <a:cubicBezTo>
                  <a:pt x="816957" y="98321"/>
                  <a:pt x="773919" y="103993"/>
                  <a:pt x="734772" y="123567"/>
                </a:cubicBezTo>
                <a:cubicBezTo>
                  <a:pt x="718296" y="131805"/>
                  <a:pt x="702448" y="141440"/>
                  <a:pt x="685345" y="148281"/>
                </a:cubicBezTo>
                <a:cubicBezTo>
                  <a:pt x="661158" y="157956"/>
                  <a:pt x="611204" y="172994"/>
                  <a:pt x="611204" y="172994"/>
                </a:cubicBezTo>
                <a:cubicBezTo>
                  <a:pt x="598847" y="181232"/>
                  <a:pt x="587705" y="191676"/>
                  <a:pt x="574134" y="197708"/>
                </a:cubicBezTo>
                <a:cubicBezTo>
                  <a:pt x="522317" y="220738"/>
                  <a:pt x="481360" y="227377"/>
                  <a:pt x="425853" y="234778"/>
                </a:cubicBezTo>
                <a:cubicBezTo>
                  <a:pt x="388882" y="239708"/>
                  <a:pt x="351712" y="243016"/>
                  <a:pt x="314642" y="247135"/>
                </a:cubicBezTo>
                <a:cubicBezTo>
                  <a:pt x="279314" y="258910"/>
                  <a:pt x="266930" y="264091"/>
                  <a:pt x="228145" y="271848"/>
                </a:cubicBezTo>
                <a:cubicBezTo>
                  <a:pt x="224106" y="272656"/>
                  <a:pt x="197253" y="271848"/>
                  <a:pt x="191075" y="271848"/>
                </a:cubicBezTo>
                <a:close/>
              </a:path>
            </a:pathLst>
          </a:cu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3DF3EB-55A3-D028-CB7E-78329863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1189" cy="1325563"/>
          </a:xfrm>
        </p:spPr>
        <p:txBody>
          <a:bodyPr/>
          <a:lstStyle/>
          <a:p>
            <a:r>
              <a:rPr lang="en-AU" dirty="0"/>
              <a:t>Subgraph Isomorphism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B8EFD5-41BB-7D12-E269-1DA6AF15392B}"/>
              </a:ext>
            </a:extLst>
          </p:cNvPr>
          <p:cNvGrpSpPr/>
          <p:nvPr/>
        </p:nvGrpSpPr>
        <p:grpSpPr>
          <a:xfrm>
            <a:off x="8647057" y="537169"/>
            <a:ext cx="2500477" cy="2335408"/>
            <a:chOff x="8247336" y="672661"/>
            <a:chExt cx="1408386" cy="133606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23F6C9-6188-192F-7EDE-6F636EEA9C49}"/>
                </a:ext>
              </a:extLst>
            </p:cNvPr>
            <p:cNvSpPr/>
            <p:nvPr/>
          </p:nvSpPr>
          <p:spPr>
            <a:xfrm>
              <a:off x="8247336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4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235237-8169-4555-B7A4-ACC23A3EB1DB}"/>
                </a:ext>
              </a:extLst>
            </p:cNvPr>
            <p:cNvSpPr/>
            <p:nvPr/>
          </p:nvSpPr>
          <p:spPr>
            <a:xfrm>
              <a:off x="8837580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38180DC-FB40-D38E-0224-43386C2180B0}"/>
                </a:ext>
              </a:extLst>
            </p:cNvPr>
            <p:cNvSpPr/>
            <p:nvPr/>
          </p:nvSpPr>
          <p:spPr>
            <a:xfrm>
              <a:off x="8839283" y="1798519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36A5270-A152-584E-1B46-1357DE141E3E}"/>
                </a:ext>
              </a:extLst>
            </p:cNvPr>
            <p:cNvSpPr/>
            <p:nvPr/>
          </p:nvSpPr>
          <p:spPr>
            <a:xfrm>
              <a:off x="8253801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6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6A4F7C-3DA5-4221-DF5A-E4B0522DE622}"/>
                </a:ext>
              </a:extLst>
            </p:cNvPr>
            <p:cNvSpPr/>
            <p:nvPr/>
          </p:nvSpPr>
          <p:spPr>
            <a:xfrm>
              <a:off x="8834288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25E80-8850-0189-1CEF-C44B85F79F8B}"/>
                </a:ext>
              </a:extLst>
            </p:cNvPr>
            <p:cNvSpPr/>
            <p:nvPr/>
          </p:nvSpPr>
          <p:spPr>
            <a:xfrm>
              <a:off x="9424494" y="1224453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5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CC8ADA8-0667-F343-7380-315682BF84E4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478564" y="777765"/>
              <a:ext cx="35901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2D1968-0998-F722-DFCB-26ACF170E44D}"/>
                </a:ext>
              </a:extLst>
            </p:cNvPr>
            <p:cNvCxnSpPr>
              <a:cxnSpLocks/>
              <a:stCxn id="5" idx="4"/>
              <a:endCxn id="8" idx="0"/>
            </p:cNvCxnSpPr>
            <p:nvPr/>
          </p:nvCxnSpPr>
          <p:spPr>
            <a:xfrm flipH="1">
              <a:off x="8949902" y="882868"/>
              <a:ext cx="3292" cy="34158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57A103-ACE8-E324-0668-E8AB5AA2D5D3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>
              <a:off x="8355067" y="882868"/>
              <a:ext cx="7883" cy="341585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6EAA95-B09E-3852-29EC-7F9D6A64BC22}"/>
                </a:ext>
              </a:extLst>
            </p:cNvPr>
            <p:cNvCxnSpPr/>
            <p:nvPr/>
          </p:nvCxnSpPr>
          <p:spPr>
            <a:xfrm>
              <a:off x="9061888" y="1329556"/>
              <a:ext cx="35209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5B17F6-8611-1E8F-6647-2838681D26AD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 flipH="1">
              <a:off x="8949902" y="1434661"/>
              <a:ext cx="1" cy="356202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95551D5-5315-6BC1-E0F0-6619DCB180F6}"/>
              </a:ext>
            </a:extLst>
          </p:cNvPr>
          <p:cNvGrpSpPr/>
          <p:nvPr/>
        </p:nvGrpSpPr>
        <p:grpSpPr>
          <a:xfrm>
            <a:off x="8243233" y="3692311"/>
            <a:ext cx="3029799" cy="1781880"/>
            <a:chOff x="8347184" y="3119273"/>
            <a:chExt cx="1425094" cy="77354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A07A351-3DB6-C174-A1C1-D47F5007D64E}"/>
                </a:ext>
              </a:extLst>
            </p:cNvPr>
            <p:cNvSpPr/>
            <p:nvPr/>
          </p:nvSpPr>
          <p:spPr>
            <a:xfrm>
              <a:off x="8347184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15E54E-D4A9-A99D-217F-B4652856B92E}"/>
                </a:ext>
              </a:extLst>
            </p:cNvPr>
            <p:cNvSpPr/>
            <p:nvPr/>
          </p:nvSpPr>
          <p:spPr>
            <a:xfrm>
              <a:off x="8930508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0228BF5-C588-E7E1-45C8-6A7DFFEDC1C1}"/>
                </a:ext>
              </a:extLst>
            </p:cNvPr>
            <p:cNvSpPr/>
            <p:nvPr/>
          </p:nvSpPr>
          <p:spPr>
            <a:xfrm>
              <a:off x="9540243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5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EBD6015-ECAA-9A8D-88EF-EA2DB5CCDC54}"/>
                </a:ext>
              </a:extLst>
            </p:cNvPr>
            <p:cNvSpPr/>
            <p:nvPr/>
          </p:nvSpPr>
          <p:spPr>
            <a:xfrm>
              <a:off x="8347184" y="36710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07DAF0A-5208-DEE3-D9BA-E2C074BF6C5E}"/>
                </a:ext>
              </a:extLst>
            </p:cNvPr>
            <p:cNvSpPr/>
            <p:nvPr/>
          </p:nvSpPr>
          <p:spPr>
            <a:xfrm>
              <a:off x="8914742" y="36787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B1C0C08-CCB0-0669-58FF-39CA9A13B2AF}"/>
                </a:ext>
              </a:extLst>
            </p:cNvPr>
            <p:cNvSpPr/>
            <p:nvPr/>
          </p:nvSpPr>
          <p:spPr>
            <a:xfrm>
              <a:off x="9541050" y="3682615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4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15501B-3F88-859B-06C3-C7F95CF2C1F3}"/>
                </a:ext>
              </a:extLst>
            </p:cNvPr>
            <p:cNvCxnSpPr/>
            <p:nvPr/>
          </p:nvCxnSpPr>
          <p:spPr>
            <a:xfrm>
              <a:off x="8571594" y="3215427"/>
              <a:ext cx="352096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35B509-BD03-28D1-1BD5-13D90A00166C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9161736" y="3215427"/>
              <a:ext cx="378372" cy="89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8742BCD-2370-EC8F-6AFB-D4C13E781061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8578412" y="3783868"/>
              <a:ext cx="336330" cy="2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9B6015F-F26C-75E2-6810-A18511E66A6C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9145970" y="3783870"/>
              <a:ext cx="395080" cy="38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2F6A16-4015-5138-D1A9-5FC054D5B1F6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8462798" y="3329480"/>
              <a:ext cx="0" cy="341586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E3E55-4CBC-C6D7-A683-24EE3ABBD247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9030356" y="3337179"/>
              <a:ext cx="3409" cy="341587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FD2F02B-F726-8782-FD56-FD44B947CCE4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>
              <a:off x="9655857" y="3329480"/>
              <a:ext cx="0" cy="34158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19BAA-625E-92CD-F350-9605D272D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204" y="1738134"/>
            <a:ext cx="698906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AU" dirty="0"/>
          </a:p>
          <a:p>
            <a:r>
              <a:rPr lang="en-AU" dirty="0"/>
              <a:t>The node set of g is decomposed into 3 parts</a:t>
            </a:r>
          </a:p>
          <a:p>
            <a:pPr lvl="1"/>
            <a:r>
              <a:rPr lang="en-AU" dirty="0"/>
              <a:t>those nodes in the map, i.e., nodes 1,2,3</a:t>
            </a:r>
          </a:p>
          <a:p>
            <a:pPr lvl="1"/>
            <a:r>
              <a:rPr lang="en-AU" dirty="0"/>
              <a:t>those nodes outside the map but not 4</a:t>
            </a:r>
          </a:p>
          <a:p>
            <a:pPr lvl="1"/>
            <a:endParaRPr lang="en-AU" dirty="0"/>
          </a:p>
          <a:p>
            <a:r>
              <a:rPr lang="en-AU" dirty="0"/>
              <a:t>node 6 in g has 1 neighbour (4) in the map, 0 neighbour outside the map; it has 0 neighbour which is in the map neighbourhood</a:t>
            </a:r>
          </a:p>
          <a:p>
            <a:r>
              <a:rPr lang="en-AU" dirty="0"/>
              <a:t>the candidate node </a:t>
            </a:r>
            <a:r>
              <a:rPr lang="en-AU" b="1" dirty="0">
                <a:solidFill>
                  <a:srgbClr val="FF0000"/>
                </a:solidFill>
              </a:rPr>
              <a:t>? </a:t>
            </a:r>
            <a:r>
              <a:rPr lang="en-AU" dirty="0"/>
              <a:t> in G has 2 neighbours in the map and 0 neighbour outside the map; it has 0 neighbour in the neighbourhood of the map</a:t>
            </a:r>
          </a:p>
          <a:p>
            <a:r>
              <a:rPr lang="en-AU" dirty="0"/>
              <a:t>But, the neighbour of node </a:t>
            </a:r>
            <a:r>
              <a:rPr lang="en-AU" b="1" dirty="0">
                <a:solidFill>
                  <a:srgbClr val="FF0000"/>
                </a:solidFill>
              </a:rPr>
              <a:t>? </a:t>
            </a:r>
            <a:r>
              <a:rPr lang="en-AU" dirty="0"/>
              <a:t> in G is 3, which does not correspond to a neighbour of 6 in g</a:t>
            </a:r>
          </a:p>
        </p:txBody>
      </p:sp>
    </p:spTree>
    <p:extLst>
      <p:ext uri="{BB962C8B-B14F-4D97-AF65-F5344CB8AC3E}">
        <p14:creationId xmlns:p14="http://schemas.microsoft.com/office/powerpoint/2010/main" val="1650819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F3EB-55A3-D028-CB7E-78329863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1189" cy="1325563"/>
          </a:xfrm>
        </p:spPr>
        <p:txBody>
          <a:bodyPr/>
          <a:lstStyle/>
          <a:p>
            <a:r>
              <a:rPr lang="en-AU" dirty="0"/>
              <a:t>Subgraph Isomorphism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B8EFD5-41BB-7D12-E269-1DA6AF15392B}"/>
              </a:ext>
            </a:extLst>
          </p:cNvPr>
          <p:cNvGrpSpPr/>
          <p:nvPr/>
        </p:nvGrpSpPr>
        <p:grpSpPr>
          <a:xfrm>
            <a:off x="8647057" y="537169"/>
            <a:ext cx="2500477" cy="2335408"/>
            <a:chOff x="8247336" y="672661"/>
            <a:chExt cx="1408386" cy="133606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23F6C9-6188-192F-7EDE-6F636EEA9C49}"/>
                </a:ext>
              </a:extLst>
            </p:cNvPr>
            <p:cNvSpPr/>
            <p:nvPr/>
          </p:nvSpPr>
          <p:spPr>
            <a:xfrm>
              <a:off x="8247336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4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235237-8169-4555-B7A4-ACC23A3EB1DB}"/>
                </a:ext>
              </a:extLst>
            </p:cNvPr>
            <p:cNvSpPr/>
            <p:nvPr/>
          </p:nvSpPr>
          <p:spPr>
            <a:xfrm>
              <a:off x="8837580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38180DC-FB40-D38E-0224-43386C2180B0}"/>
                </a:ext>
              </a:extLst>
            </p:cNvPr>
            <p:cNvSpPr/>
            <p:nvPr/>
          </p:nvSpPr>
          <p:spPr>
            <a:xfrm>
              <a:off x="8839283" y="1798519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36A5270-A152-584E-1B46-1357DE141E3E}"/>
                </a:ext>
              </a:extLst>
            </p:cNvPr>
            <p:cNvSpPr/>
            <p:nvPr/>
          </p:nvSpPr>
          <p:spPr>
            <a:xfrm>
              <a:off x="8253801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6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6A4F7C-3DA5-4221-DF5A-E4B0522DE622}"/>
                </a:ext>
              </a:extLst>
            </p:cNvPr>
            <p:cNvSpPr/>
            <p:nvPr/>
          </p:nvSpPr>
          <p:spPr>
            <a:xfrm>
              <a:off x="8834288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25E80-8850-0189-1CEF-C44B85F79F8B}"/>
                </a:ext>
              </a:extLst>
            </p:cNvPr>
            <p:cNvSpPr/>
            <p:nvPr/>
          </p:nvSpPr>
          <p:spPr>
            <a:xfrm>
              <a:off x="9424494" y="1224453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5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CC8ADA8-0667-F343-7380-315682BF84E4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478564" y="777765"/>
              <a:ext cx="35901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2D1968-0998-F722-DFCB-26ACF170E44D}"/>
                </a:ext>
              </a:extLst>
            </p:cNvPr>
            <p:cNvCxnSpPr>
              <a:cxnSpLocks/>
              <a:stCxn id="5" idx="4"/>
              <a:endCxn id="8" idx="0"/>
            </p:cNvCxnSpPr>
            <p:nvPr/>
          </p:nvCxnSpPr>
          <p:spPr>
            <a:xfrm flipH="1">
              <a:off x="8949902" y="882868"/>
              <a:ext cx="3292" cy="34158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57A103-ACE8-E324-0668-E8AB5AA2D5D3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>
              <a:off x="8355067" y="882868"/>
              <a:ext cx="7883" cy="341585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6EAA95-B09E-3852-29EC-7F9D6A64BC22}"/>
                </a:ext>
              </a:extLst>
            </p:cNvPr>
            <p:cNvCxnSpPr/>
            <p:nvPr/>
          </p:nvCxnSpPr>
          <p:spPr>
            <a:xfrm>
              <a:off x="9061888" y="1329556"/>
              <a:ext cx="35209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5B17F6-8611-1E8F-6647-2838681D26AD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 flipH="1">
              <a:off x="8949902" y="1434661"/>
              <a:ext cx="1" cy="356202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95551D5-5315-6BC1-E0F0-6619DCB180F6}"/>
              </a:ext>
            </a:extLst>
          </p:cNvPr>
          <p:cNvGrpSpPr/>
          <p:nvPr/>
        </p:nvGrpSpPr>
        <p:grpSpPr>
          <a:xfrm>
            <a:off x="8243233" y="3692311"/>
            <a:ext cx="3029799" cy="1781880"/>
            <a:chOff x="8347184" y="3119273"/>
            <a:chExt cx="1425094" cy="77354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A07A351-3DB6-C174-A1C1-D47F5007D64E}"/>
                </a:ext>
              </a:extLst>
            </p:cNvPr>
            <p:cNvSpPr/>
            <p:nvPr/>
          </p:nvSpPr>
          <p:spPr>
            <a:xfrm>
              <a:off x="8347184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15E54E-D4A9-A99D-217F-B4652856B92E}"/>
                </a:ext>
              </a:extLst>
            </p:cNvPr>
            <p:cNvSpPr/>
            <p:nvPr/>
          </p:nvSpPr>
          <p:spPr>
            <a:xfrm>
              <a:off x="8930508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0228BF5-C588-E7E1-45C8-6A7DFFEDC1C1}"/>
                </a:ext>
              </a:extLst>
            </p:cNvPr>
            <p:cNvSpPr/>
            <p:nvPr/>
          </p:nvSpPr>
          <p:spPr>
            <a:xfrm>
              <a:off x="9540243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5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EBD6015-ECAA-9A8D-88EF-EA2DB5CCDC54}"/>
                </a:ext>
              </a:extLst>
            </p:cNvPr>
            <p:cNvSpPr/>
            <p:nvPr/>
          </p:nvSpPr>
          <p:spPr>
            <a:xfrm>
              <a:off x="8347184" y="36710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07DAF0A-5208-DEE3-D9BA-E2C074BF6C5E}"/>
                </a:ext>
              </a:extLst>
            </p:cNvPr>
            <p:cNvSpPr/>
            <p:nvPr/>
          </p:nvSpPr>
          <p:spPr>
            <a:xfrm>
              <a:off x="8914742" y="36787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B1C0C08-CCB0-0669-58FF-39CA9A13B2AF}"/>
                </a:ext>
              </a:extLst>
            </p:cNvPr>
            <p:cNvSpPr/>
            <p:nvPr/>
          </p:nvSpPr>
          <p:spPr>
            <a:xfrm>
              <a:off x="9541050" y="3682615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4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15501B-3F88-859B-06C3-C7F95CF2C1F3}"/>
                </a:ext>
              </a:extLst>
            </p:cNvPr>
            <p:cNvCxnSpPr/>
            <p:nvPr/>
          </p:nvCxnSpPr>
          <p:spPr>
            <a:xfrm>
              <a:off x="8571594" y="3215427"/>
              <a:ext cx="352096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35B509-BD03-28D1-1BD5-13D90A00166C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9161736" y="3215427"/>
              <a:ext cx="378372" cy="89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8742BCD-2370-EC8F-6AFB-D4C13E781061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8578412" y="3783868"/>
              <a:ext cx="336330" cy="2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9B6015F-F26C-75E2-6810-A18511E66A6C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9145970" y="3783870"/>
              <a:ext cx="395080" cy="38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2F6A16-4015-5138-D1A9-5FC054D5B1F6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8462798" y="3329480"/>
              <a:ext cx="0" cy="341586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E3E55-4CBC-C6D7-A683-24EE3ABBD247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9030356" y="3337179"/>
              <a:ext cx="3409" cy="341587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FD2F02B-F726-8782-FD56-FD44B947CCE4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>
              <a:off x="9655857" y="3329480"/>
              <a:ext cx="0" cy="34158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19BAA-625E-92CD-F350-9605D272D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204" y="1738134"/>
            <a:ext cx="6989060" cy="4351338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buNone/>
            </a:pPr>
            <a:endParaRPr lang="en-AU" dirty="0"/>
          </a:p>
          <a:p>
            <a:r>
              <a:rPr lang="en-AU" dirty="0"/>
              <a:t>node 4 in g has 1 neighbour in the map, 1 neighbour outside the map; it has 0 neighbour which is in the map neighbourhood</a:t>
            </a:r>
          </a:p>
          <a:p>
            <a:r>
              <a:rPr lang="en-AU" dirty="0"/>
              <a:t>the candidate node </a:t>
            </a:r>
            <a:r>
              <a:rPr lang="en-AU" b="1" dirty="0">
                <a:solidFill>
                  <a:srgbClr val="FF0000"/>
                </a:solidFill>
              </a:rPr>
              <a:t>? </a:t>
            </a:r>
            <a:r>
              <a:rPr lang="en-AU" dirty="0"/>
              <a:t> in G has 1 neighbour in the map and 1 neighbour outside the map; it has 1 neighbour in the neighbourhood of the map</a:t>
            </a:r>
          </a:p>
          <a:p>
            <a:endParaRPr lang="en-AU" dirty="0"/>
          </a:p>
          <a:p>
            <a:endParaRPr lang="en-AU" dirty="0"/>
          </a:p>
          <a:p>
            <a:pPr marL="0" indent="0" algn="ctr">
              <a:buNone/>
            </a:pPr>
            <a:r>
              <a:rPr lang="en-AU" dirty="0">
                <a:highlight>
                  <a:srgbClr val="00FFFF"/>
                </a:highlight>
              </a:rPr>
              <a:t>Actually, g is not embeddable in G.</a:t>
            </a:r>
          </a:p>
          <a:p>
            <a:pPr marL="0" indent="0" algn="ctr">
              <a:buNone/>
            </a:pPr>
            <a:r>
              <a:rPr lang="en-AU" dirty="0">
                <a:highlight>
                  <a:srgbClr val="00FFFF"/>
                </a:highlight>
              </a:rPr>
              <a:t>(G has two nodes (? and 4) which has </a:t>
            </a:r>
          </a:p>
          <a:p>
            <a:pPr marL="0" indent="0" algn="ctr">
              <a:buNone/>
            </a:pPr>
            <a:r>
              <a:rPr lang="en-AU" dirty="0">
                <a:highlight>
                  <a:srgbClr val="00FFFF"/>
                </a:highlight>
              </a:rPr>
              <a:t>distance 2 with node 1, and they are </a:t>
            </a:r>
          </a:p>
          <a:p>
            <a:pPr marL="0" indent="0" algn="ctr">
              <a:buNone/>
            </a:pPr>
            <a:r>
              <a:rPr lang="en-AU" dirty="0">
                <a:highlight>
                  <a:srgbClr val="00FFFF"/>
                </a:highlight>
              </a:rPr>
              <a:t>on the two different sides.)   </a:t>
            </a:r>
          </a:p>
        </p:txBody>
      </p:sp>
    </p:spTree>
    <p:extLst>
      <p:ext uri="{BB962C8B-B14F-4D97-AF65-F5344CB8AC3E}">
        <p14:creationId xmlns:p14="http://schemas.microsoft.com/office/powerpoint/2010/main" val="3776948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ABBF-5F3F-4741-B997-696A6268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VF2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C88B8-0621-9844-ABEE-6F1571985A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Construct a mapping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AU" dirty="0"/>
                  <a:t> </a:t>
                </a:r>
                <a:r>
                  <a:rPr lang="en-US" dirty="0"/>
                  <a:t>step by step</a:t>
                </a:r>
              </a:p>
              <a:p>
                <a:r>
                  <a:rPr lang="en-US" dirty="0"/>
                  <a:t>Construct the map neighborhoods of the current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in g and G </a:t>
                </a:r>
              </a:p>
              <a:p>
                <a:r>
                  <a:rPr lang="en-US" dirty="0"/>
                  <a:t>Select the next node v in g and construct a set of candidates u in G</a:t>
                </a:r>
              </a:p>
              <a:p>
                <a:r>
                  <a:rPr lang="en-US" dirty="0"/>
                  <a:t>For each pair (</a:t>
                </a:r>
                <a:r>
                  <a:rPr lang="en-US" dirty="0" err="1"/>
                  <a:t>v,u</a:t>
                </a:r>
                <a:r>
                  <a:rPr lang="en-US" dirty="0"/>
                  <a:t>), test if v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has more predecessors than u does (in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)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has more successors than u (outside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has more </a:t>
                </a:r>
                <a:r>
                  <a:rPr lang="en-US" dirty="0" err="1"/>
                  <a:t>neighbours</a:t>
                </a:r>
                <a:r>
                  <a:rPr lang="en-US" dirty="0"/>
                  <a:t> in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neighbourhood</a:t>
                </a:r>
                <a:r>
                  <a:rPr lang="en-US" dirty="0"/>
                  <a:t> than u</a:t>
                </a:r>
              </a:p>
              <a:p>
                <a:pPr lvl="1">
                  <a:buFont typeface="Wingdings" pitchFamily="2" charset="2"/>
                  <a:buChar char="q"/>
                </a:pPr>
                <a:r>
                  <a:rPr lang="en-US" dirty="0"/>
                  <a:t> if any is true, then we cannot map v to u. </a:t>
                </a:r>
              </a:p>
              <a:p>
                <a:r>
                  <a:rPr lang="en-US" dirty="0"/>
                  <a:t> If no candidate pair left, there is no matching for v that extends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. We should backtrack.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C88B8-0621-9844-ABEE-6F1571985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r="-18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667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793F-4BBD-4D45-8346-ECDE496C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the candidate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2E276-D17E-324F-A5CE-60DB60DD1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beginning,  the mapping is empty. </a:t>
            </a:r>
          </a:p>
          <a:p>
            <a:r>
              <a:rPr lang="en-US" dirty="0"/>
              <a:t>Select a node v = argmax </a:t>
            </a:r>
            <a:r>
              <a:rPr lang="en-US" dirty="0" err="1"/>
              <a:t>deg</a:t>
            </a:r>
            <a:r>
              <a:rPr lang="en-US" baseline="-25000" dirty="0" err="1"/>
              <a:t>g</a:t>
            </a:r>
            <a:r>
              <a:rPr lang="en-US" dirty="0"/>
              <a:t>(v’) </a:t>
            </a:r>
          </a:p>
          <a:p>
            <a:r>
              <a:rPr lang="en-US" dirty="0"/>
              <a:t>Pair v with it any node u in G </a:t>
            </a:r>
            <a:r>
              <a:rPr lang="en-US" dirty="0" err="1"/>
              <a:t>s.t.</a:t>
            </a:r>
            <a:r>
              <a:rPr lang="en-US" dirty="0"/>
              <a:t> </a:t>
            </a:r>
            <a:r>
              <a:rPr lang="en-US" dirty="0" err="1"/>
              <a:t>deg</a:t>
            </a:r>
            <a:r>
              <a:rPr lang="en-US" baseline="-25000" dirty="0" err="1"/>
              <a:t>G</a:t>
            </a:r>
            <a:r>
              <a:rPr lang="en-US" dirty="0"/>
              <a:t>(u) ≥ </a:t>
            </a:r>
            <a:r>
              <a:rPr lang="en-US" dirty="0" err="1"/>
              <a:t>deg</a:t>
            </a:r>
            <a:r>
              <a:rPr lang="en-US" baseline="-25000" dirty="0" err="1"/>
              <a:t>g</a:t>
            </a:r>
            <a:r>
              <a:rPr lang="en-US" dirty="0"/>
              <a:t>(v)</a:t>
            </a:r>
          </a:p>
          <a:p>
            <a:r>
              <a:rPr lang="en-US" dirty="0"/>
              <a:t>Note this choice can be further optimized, see VF2++</a:t>
            </a:r>
          </a:p>
        </p:txBody>
      </p:sp>
    </p:spTree>
    <p:extLst>
      <p:ext uri="{BB962C8B-B14F-4D97-AF65-F5344CB8AC3E}">
        <p14:creationId xmlns:p14="http://schemas.microsoft.com/office/powerpoint/2010/main" val="1517291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92796F-88B1-4143-B817-FBBBA458DC4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has empty neighborhood?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92796F-88B1-4143-B817-FBBBA458DC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C92EB9-9E81-F047-8FA1-9BE006BACB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any step,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has an empty neighborhood </a:t>
                </a:r>
                <a:r>
                  <a:rPr lang="en-US" dirty="0" err="1"/>
                  <a:t>iff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mapping is complete or empty; or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g is disconnected and we have mapped all nodes in some components and at least one component has not been touched yet</a:t>
                </a:r>
              </a:p>
              <a:p>
                <a:r>
                  <a:rPr lang="en-US" dirty="0"/>
                  <a:t>Select the node in g with max </a:t>
                </a:r>
                <a:r>
                  <a:rPr lang="en-US" dirty="0" err="1"/>
                  <a:t>deg</a:t>
                </a:r>
                <a:r>
                  <a:rPr lang="en-US" dirty="0"/>
                  <a:t> as the next node to extend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C92EB9-9E81-F047-8FA1-9BE006BAC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52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A718-F546-0249-BD23-AB03ECEF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Good Next Mapping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16D414-ECC1-A244-8F10-832DF70F79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divide-and-conquer approach, we partition the input logical circuit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into sections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, where the interaction graph of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embeddable in the architecture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has been executed with final mapping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We need to execute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. Previously, we intend to find an embedding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that can be obtained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at the smallest cost.</a:t>
                </a:r>
              </a:p>
              <a:p>
                <a:pPr lvl="1"/>
                <a:r>
                  <a:rPr lang="en-US" dirty="0"/>
                  <a:t>Adapt VF2 to compute the embedding with smallest distance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Enforce SMT solver to reach the optimization</a:t>
                </a:r>
              </a:p>
              <a:p>
                <a:pPr lvl="1"/>
                <a:r>
                  <a:rPr lang="en-US" dirty="0"/>
                  <a:t>The two methods still need a translation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by using e.g. approximate token swap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16D414-ECC1-A244-8F10-832DF70F7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202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565D-7CFC-A00D-CFEB-56854B3B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Token Swapping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52AF9D-7D64-46D3-3A2B-65FFDF832F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 undirected graph,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={1,2,…,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52AF9D-7D64-46D3-3A2B-65FFDF832F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513E251-72D9-A22A-1353-5B800A46F308}"/>
              </a:ext>
            </a:extLst>
          </p:cNvPr>
          <p:cNvGrpSpPr/>
          <p:nvPr/>
        </p:nvGrpSpPr>
        <p:grpSpPr>
          <a:xfrm>
            <a:off x="7959284" y="3045946"/>
            <a:ext cx="3029799" cy="2566896"/>
            <a:chOff x="8243233" y="3240195"/>
            <a:chExt cx="3029799" cy="256689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F03550E-FE5A-1B16-985A-F5B572D91717}"/>
                </a:ext>
              </a:extLst>
            </p:cNvPr>
            <p:cNvGrpSpPr/>
            <p:nvPr/>
          </p:nvGrpSpPr>
          <p:grpSpPr>
            <a:xfrm>
              <a:off x="8243233" y="3692311"/>
              <a:ext cx="3029799" cy="1781880"/>
              <a:chOff x="8347184" y="3119273"/>
              <a:chExt cx="1425094" cy="773549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8494074-7ED9-2F85-6D63-DBDF5136A9F7}"/>
                  </a:ext>
                </a:extLst>
              </p:cNvPr>
              <p:cNvSpPr/>
              <p:nvPr/>
            </p:nvSpPr>
            <p:spPr>
              <a:xfrm>
                <a:off x="8347184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C241287-5485-5B67-7E46-723CA02D3AA0}"/>
                  </a:ext>
                </a:extLst>
              </p:cNvPr>
              <p:cNvSpPr/>
              <p:nvPr/>
            </p:nvSpPr>
            <p:spPr>
              <a:xfrm>
                <a:off x="8930508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8248EBF-B475-1CEB-BE37-BB397468566A}"/>
                  </a:ext>
                </a:extLst>
              </p:cNvPr>
              <p:cNvSpPr/>
              <p:nvPr/>
            </p:nvSpPr>
            <p:spPr>
              <a:xfrm>
                <a:off x="9540243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47056C5-4FB6-ED5D-3156-BA10BD6B2E0B}"/>
                  </a:ext>
                </a:extLst>
              </p:cNvPr>
              <p:cNvSpPr/>
              <p:nvPr/>
            </p:nvSpPr>
            <p:spPr>
              <a:xfrm>
                <a:off x="8347184" y="36710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6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CE63F18-5676-6697-A3A6-06E4853E0A78}"/>
                  </a:ext>
                </a:extLst>
              </p:cNvPr>
              <p:cNvSpPr/>
              <p:nvPr/>
            </p:nvSpPr>
            <p:spPr>
              <a:xfrm>
                <a:off x="8914742" y="36787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0D91AE5-0953-7EE1-99EE-3512179AB47B}"/>
                  </a:ext>
                </a:extLst>
              </p:cNvPr>
              <p:cNvSpPr/>
              <p:nvPr/>
            </p:nvSpPr>
            <p:spPr>
              <a:xfrm>
                <a:off x="9541050" y="3682615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4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1290FBC-D5A3-5A5A-A452-824E3F05CE1F}"/>
                  </a:ext>
                </a:extLst>
              </p:cNvPr>
              <p:cNvCxnSpPr/>
              <p:nvPr/>
            </p:nvCxnSpPr>
            <p:spPr>
              <a:xfrm>
                <a:off x="8571594" y="3215427"/>
                <a:ext cx="352096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98E84CB-28E0-C567-0EA3-10FB99088CA8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 flipV="1">
                <a:off x="9161736" y="3215427"/>
                <a:ext cx="378372" cy="89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CB08BEF-BDE8-3CDE-B5A8-85AE6AFAA2A5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>
                <a:off x="8578412" y="3783868"/>
                <a:ext cx="336330" cy="2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ECA47E8-456D-40ED-DA38-C64534C4DD9D}"/>
                  </a:ext>
                </a:extLst>
              </p:cNvPr>
              <p:cNvCxnSpPr>
                <a:cxnSpLocks/>
                <a:stCxn id="9" idx="6"/>
                <a:endCxn id="10" idx="2"/>
              </p:cNvCxnSpPr>
              <p:nvPr/>
            </p:nvCxnSpPr>
            <p:spPr>
              <a:xfrm>
                <a:off x="9145970" y="3783870"/>
                <a:ext cx="395080" cy="38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D5D5606-CEFC-827F-991F-F1B9C88554F0}"/>
                  </a:ext>
                </a:extLst>
              </p:cNvPr>
              <p:cNvCxnSpPr>
                <a:cxnSpLocks/>
                <a:stCxn id="5" idx="4"/>
                <a:endCxn id="8" idx="0"/>
              </p:cNvCxnSpPr>
              <p:nvPr/>
            </p:nvCxnSpPr>
            <p:spPr>
              <a:xfrm>
                <a:off x="8462798" y="3329480"/>
                <a:ext cx="0" cy="341586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A8DEC53-D6C0-C673-DA66-607B576A1BF4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 flipH="1">
                <a:off x="9030356" y="3337179"/>
                <a:ext cx="3409" cy="3415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245AD4A-7F88-9D32-0019-41CD0CA320C9}"/>
                  </a:ext>
                </a:extLst>
              </p:cNvPr>
              <p:cNvCxnSpPr>
                <a:cxnSpLocks/>
                <a:stCxn id="7" idx="4"/>
              </p:cNvCxnSpPr>
              <p:nvPr/>
            </p:nvCxnSpPr>
            <p:spPr>
              <a:xfrm>
                <a:off x="9655857" y="3329480"/>
                <a:ext cx="0" cy="34158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117FE1-ED6E-21B2-87BA-8B19E213B5F3}"/>
                </a:ext>
              </a:extLst>
            </p:cNvPr>
            <p:cNvSpPr txBox="1"/>
            <p:nvPr/>
          </p:nvSpPr>
          <p:spPr>
            <a:xfrm>
              <a:off x="8304957" y="326253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771081-3596-12B3-2516-7DE4A9DC8830}"/>
                </a:ext>
              </a:extLst>
            </p:cNvPr>
            <p:cNvSpPr txBox="1"/>
            <p:nvPr/>
          </p:nvSpPr>
          <p:spPr>
            <a:xfrm>
              <a:off x="9559120" y="3247908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AC7A8A-A1C2-F63E-AA28-3286E57B03AF}"/>
                </a:ext>
              </a:extLst>
            </p:cNvPr>
            <p:cNvSpPr txBox="1"/>
            <p:nvPr/>
          </p:nvSpPr>
          <p:spPr>
            <a:xfrm>
              <a:off x="9532849" y="534542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107617-CD53-AC8D-69BF-67C9831CD76C}"/>
                </a:ext>
              </a:extLst>
            </p:cNvPr>
            <p:cNvSpPr txBox="1"/>
            <p:nvPr/>
          </p:nvSpPr>
          <p:spPr>
            <a:xfrm>
              <a:off x="8326136" y="531166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797688-841C-8434-9705-71D02ADF1D12}"/>
                </a:ext>
              </a:extLst>
            </p:cNvPr>
            <p:cNvSpPr txBox="1"/>
            <p:nvPr/>
          </p:nvSpPr>
          <p:spPr>
            <a:xfrm>
              <a:off x="10855438" y="324019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C73F343-33FB-7467-3EC7-B43380F4BF62}"/>
                </a:ext>
              </a:extLst>
            </p:cNvPr>
            <p:cNvSpPr txBox="1"/>
            <p:nvPr/>
          </p:nvSpPr>
          <p:spPr>
            <a:xfrm>
              <a:off x="10885379" y="5337713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0F269D-11AD-5CA8-1644-51C28176EFE7}"/>
              </a:ext>
            </a:extLst>
          </p:cNvPr>
          <p:cNvGrpSpPr/>
          <p:nvPr/>
        </p:nvGrpSpPr>
        <p:grpSpPr>
          <a:xfrm>
            <a:off x="1518032" y="2981904"/>
            <a:ext cx="3029799" cy="2566896"/>
            <a:chOff x="8243233" y="3240195"/>
            <a:chExt cx="3029799" cy="256689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6C0DF43-DF93-9151-C560-3D8C5255B45F}"/>
                </a:ext>
              </a:extLst>
            </p:cNvPr>
            <p:cNvGrpSpPr/>
            <p:nvPr/>
          </p:nvGrpSpPr>
          <p:grpSpPr>
            <a:xfrm>
              <a:off x="8243233" y="3692311"/>
              <a:ext cx="3029799" cy="1781880"/>
              <a:chOff x="8347184" y="3119273"/>
              <a:chExt cx="1425094" cy="77354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AC1C52D-5B1E-8384-B52A-1A8995D7AE80}"/>
                  </a:ext>
                </a:extLst>
              </p:cNvPr>
              <p:cNvSpPr/>
              <p:nvPr/>
            </p:nvSpPr>
            <p:spPr>
              <a:xfrm>
                <a:off x="8347184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A3717ED-853C-43A0-07B9-A16B712D442B}"/>
                  </a:ext>
                </a:extLst>
              </p:cNvPr>
              <p:cNvSpPr/>
              <p:nvPr/>
            </p:nvSpPr>
            <p:spPr>
              <a:xfrm>
                <a:off x="8930508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429E74C-90ED-5C9B-B09C-9787CFA9BE65}"/>
                  </a:ext>
                </a:extLst>
              </p:cNvPr>
              <p:cNvSpPr/>
              <p:nvPr/>
            </p:nvSpPr>
            <p:spPr>
              <a:xfrm>
                <a:off x="9540243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B4EEE00-199C-097E-2CFC-EFC8141554E0}"/>
                  </a:ext>
                </a:extLst>
              </p:cNvPr>
              <p:cNvSpPr/>
              <p:nvPr/>
            </p:nvSpPr>
            <p:spPr>
              <a:xfrm>
                <a:off x="8347184" y="36710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6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3549347-BFCA-6F30-6FEA-9691A8AFB8FA}"/>
                  </a:ext>
                </a:extLst>
              </p:cNvPr>
              <p:cNvSpPr/>
              <p:nvPr/>
            </p:nvSpPr>
            <p:spPr>
              <a:xfrm>
                <a:off x="8914742" y="36787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5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089D8D7-DD4B-1D1C-6B5D-CF16CAAD4FBF}"/>
                  </a:ext>
                </a:extLst>
              </p:cNvPr>
              <p:cNvSpPr/>
              <p:nvPr/>
            </p:nvSpPr>
            <p:spPr>
              <a:xfrm>
                <a:off x="9541050" y="3682615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4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ACEF502-9DBC-E53C-9495-5EB5DD5519CE}"/>
                  </a:ext>
                </a:extLst>
              </p:cNvPr>
              <p:cNvCxnSpPr/>
              <p:nvPr/>
            </p:nvCxnSpPr>
            <p:spPr>
              <a:xfrm>
                <a:off x="8571594" y="3215427"/>
                <a:ext cx="352096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E97782D-B13C-D561-7241-34FDD26A6AFF}"/>
                  </a:ext>
                </a:extLst>
              </p:cNvPr>
              <p:cNvCxnSpPr>
                <a:cxnSpLocks/>
                <a:stCxn id="34" idx="6"/>
              </p:cNvCxnSpPr>
              <p:nvPr/>
            </p:nvCxnSpPr>
            <p:spPr>
              <a:xfrm flipV="1">
                <a:off x="9161736" y="3215427"/>
                <a:ext cx="378372" cy="89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5C93E56-F5CC-65DC-BE62-E718042B3C59}"/>
                  </a:ext>
                </a:extLst>
              </p:cNvPr>
              <p:cNvCxnSpPr>
                <a:cxnSpLocks/>
                <a:endCxn id="37" idx="2"/>
              </p:cNvCxnSpPr>
              <p:nvPr/>
            </p:nvCxnSpPr>
            <p:spPr>
              <a:xfrm>
                <a:off x="8578412" y="3783868"/>
                <a:ext cx="336330" cy="2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0E42A10-8C24-5FB1-36E3-6BCB9F8F2C57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>
                <a:off x="9145970" y="3783870"/>
                <a:ext cx="395080" cy="38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75132B46-B149-7046-59A0-2098337B0A2B}"/>
                  </a:ext>
                </a:extLst>
              </p:cNvPr>
              <p:cNvCxnSpPr>
                <a:cxnSpLocks/>
                <a:stCxn id="33" idx="4"/>
                <a:endCxn id="36" idx="0"/>
              </p:cNvCxnSpPr>
              <p:nvPr/>
            </p:nvCxnSpPr>
            <p:spPr>
              <a:xfrm>
                <a:off x="8462798" y="3329480"/>
                <a:ext cx="0" cy="341586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D47298A-D809-FF65-A995-A35D67136729}"/>
                  </a:ext>
                </a:extLst>
              </p:cNvPr>
              <p:cNvCxnSpPr>
                <a:cxnSpLocks/>
                <a:endCxn id="37" idx="0"/>
              </p:cNvCxnSpPr>
              <p:nvPr/>
            </p:nvCxnSpPr>
            <p:spPr>
              <a:xfrm flipH="1">
                <a:off x="9030356" y="3337179"/>
                <a:ext cx="3409" cy="3415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34229F0-94F3-534E-A55A-AD26531B9E33}"/>
                  </a:ext>
                </a:extLst>
              </p:cNvPr>
              <p:cNvCxnSpPr>
                <a:cxnSpLocks/>
                <a:stCxn id="35" idx="4"/>
              </p:cNvCxnSpPr>
              <p:nvPr/>
            </p:nvCxnSpPr>
            <p:spPr>
              <a:xfrm>
                <a:off x="9655857" y="3329480"/>
                <a:ext cx="0" cy="34158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4C2840-D6E9-5414-3B0E-C5F88793615F}"/>
                </a:ext>
              </a:extLst>
            </p:cNvPr>
            <p:cNvSpPr txBox="1"/>
            <p:nvPr/>
          </p:nvSpPr>
          <p:spPr>
            <a:xfrm>
              <a:off x="8304957" y="326253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A7C88BE-4D2D-2E13-3E1F-01229CD75627}"/>
                </a:ext>
              </a:extLst>
            </p:cNvPr>
            <p:cNvSpPr txBox="1"/>
            <p:nvPr/>
          </p:nvSpPr>
          <p:spPr>
            <a:xfrm>
              <a:off x="9559120" y="3247908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9652C6-A7CC-B37D-1052-158B869564A6}"/>
                </a:ext>
              </a:extLst>
            </p:cNvPr>
            <p:cNvSpPr txBox="1"/>
            <p:nvPr/>
          </p:nvSpPr>
          <p:spPr>
            <a:xfrm>
              <a:off x="9532849" y="534542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1AB6EA-3D69-0A4B-0C19-778C65F45A7A}"/>
                </a:ext>
              </a:extLst>
            </p:cNvPr>
            <p:cNvSpPr txBox="1"/>
            <p:nvPr/>
          </p:nvSpPr>
          <p:spPr>
            <a:xfrm>
              <a:off x="8326136" y="531166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6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9BBFD03-1AFA-FE95-5F04-40D397ED20BF}"/>
                </a:ext>
              </a:extLst>
            </p:cNvPr>
            <p:cNvSpPr txBox="1"/>
            <p:nvPr/>
          </p:nvSpPr>
          <p:spPr>
            <a:xfrm>
              <a:off x="10855438" y="324019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188D64-1C53-8114-F91F-21B0F16792B1}"/>
                </a:ext>
              </a:extLst>
            </p:cNvPr>
            <p:cNvSpPr txBox="1"/>
            <p:nvPr/>
          </p:nvSpPr>
          <p:spPr>
            <a:xfrm>
              <a:off x="10885379" y="5337713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3</a:t>
              </a:r>
            </a:p>
          </p:txBody>
        </p:sp>
      </p:grpSp>
      <p:sp>
        <p:nvSpPr>
          <p:cNvPr id="46" name="Striped Right Arrow 45">
            <a:extLst>
              <a:ext uri="{FF2B5EF4-FFF2-40B4-BE49-F238E27FC236}">
                <a16:creationId xmlns:a16="http://schemas.microsoft.com/office/drawing/2014/main" id="{C3B829B0-B46F-71FD-2EDD-E12C26DECA68}"/>
              </a:ext>
            </a:extLst>
          </p:cNvPr>
          <p:cNvSpPr/>
          <p:nvPr/>
        </p:nvSpPr>
        <p:spPr>
          <a:xfrm>
            <a:off x="5261165" y="3935969"/>
            <a:ext cx="2080085" cy="648388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4962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565D-7CFC-A00D-CFEB-56854B3B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Token Swapping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52AF9D-7D64-46D3-3A2B-65FFDF832F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 undirected graph,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={1,2,…,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52AF9D-7D64-46D3-3A2B-65FFDF832F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513E251-72D9-A22A-1353-5B800A46F308}"/>
              </a:ext>
            </a:extLst>
          </p:cNvPr>
          <p:cNvGrpSpPr/>
          <p:nvPr/>
        </p:nvGrpSpPr>
        <p:grpSpPr>
          <a:xfrm>
            <a:off x="7959284" y="3045946"/>
            <a:ext cx="3029799" cy="2566896"/>
            <a:chOff x="8243233" y="3240195"/>
            <a:chExt cx="3029799" cy="256689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F03550E-FE5A-1B16-985A-F5B572D91717}"/>
                </a:ext>
              </a:extLst>
            </p:cNvPr>
            <p:cNvGrpSpPr/>
            <p:nvPr/>
          </p:nvGrpSpPr>
          <p:grpSpPr>
            <a:xfrm>
              <a:off x="8243233" y="3692311"/>
              <a:ext cx="3029799" cy="1781880"/>
              <a:chOff x="8347184" y="3119273"/>
              <a:chExt cx="1425094" cy="773549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8494074-7ED9-2F85-6D63-DBDF5136A9F7}"/>
                  </a:ext>
                </a:extLst>
              </p:cNvPr>
              <p:cNvSpPr/>
              <p:nvPr/>
            </p:nvSpPr>
            <p:spPr>
              <a:xfrm>
                <a:off x="8347184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C241287-5485-5B67-7E46-723CA02D3AA0}"/>
                  </a:ext>
                </a:extLst>
              </p:cNvPr>
              <p:cNvSpPr/>
              <p:nvPr/>
            </p:nvSpPr>
            <p:spPr>
              <a:xfrm>
                <a:off x="8930508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8248EBF-B475-1CEB-BE37-BB397468566A}"/>
                  </a:ext>
                </a:extLst>
              </p:cNvPr>
              <p:cNvSpPr/>
              <p:nvPr/>
            </p:nvSpPr>
            <p:spPr>
              <a:xfrm>
                <a:off x="9540243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47056C5-4FB6-ED5D-3156-BA10BD6B2E0B}"/>
                  </a:ext>
                </a:extLst>
              </p:cNvPr>
              <p:cNvSpPr/>
              <p:nvPr/>
            </p:nvSpPr>
            <p:spPr>
              <a:xfrm>
                <a:off x="8347184" y="36710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6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CE63F18-5676-6697-A3A6-06E4853E0A78}"/>
                  </a:ext>
                </a:extLst>
              </p:cNvPr>
              <p:cNvSpPr/>
              <p:nvPr/>
            </p:nvSpPr>
            <p:spPr>
              <a:xfrm>
                <a:off x="8914742" y="36787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0D91AE5-0953-7EE1-99EE-3512179AB47B}"/>
                  </a:ext>
                </a:extLst>
              </p:cNvPr>
              <p:cNvSpPr/>
              <p:nvPr/>
            </p:nvSpPr>
            <p:spPr>
              <a:xfrm>
                <a:off x="9541050" y="3682615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4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1290FBC-D5A3-5A5A-A452-824E3F05CE1F}"/>
                  </a:ext>
                </a:extLst>
              </p:cNvPr>
              <p:cNvCxnSpPr/>
              <p:nvPr/>
            </p:nvCxnSpPr>
            <p:spPr>
              <a:xfrm>
                <a:off x="8571594" y="3215427"/>
                <a:ext cx="352096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98E84CB-28E0-C567-0EA3-10FB99088CA8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 flipV="1">
                <a:off x="9161736" y="3215427"/>
                <a:ext cx="378372" cy="89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CB08BEF-BDE8-3CDE-B5A8-85AE6AFAA2A5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>
                <a:off x="8578412" y="3783868"/>
                <a:ext cx="336330" cy="2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ECA47E8-456D-40ED-DA38-C64534C4DD9D}"/>
                  </a:ext>
                </a:extLst>
              </p:cNvPr>
              <p:cNvCxnSpPr>
                <a:cxnSpLocks/>
                <a:stCxn id="9" idx="6"/>
                <a:endCxn id="10" idx="2"/>
              </p:cNvCxnSpPr>
              <p:nvPr/>
            </p:nvCxnSpPr>
            <p:spPr>
              <a:xfrm>
                <a:off x="9145970" y="3783870"/>
                <a:ext cx="395080" cy="38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D5D5606-CEFC-827F-991F-F1B9C88554F0}"/>
                  </a:ext>
                </a:extLst>
              </p:cNvPr>
              <p:cNvCxnSpPr>
                <a:cxnSpLocks/>
                <a:stCxn id="5" idx="4"/>
                <a:endCxn id="8" idx="0"/>
              </p:cNvCxnSpPr>
              <p:nvPr/>
            </p:nvCxnSpPr>
            <p:spPr>
              <a:xfrm>
                <a:off x="8462798" y="3329480"/>
                <a:ext cx="0" cy="341586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A8DEC53-D6C0-C673-DA66-607B576A1BF4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 flipH="1">
                <a:off x="9030356" y="3337179"/>
                <a:ext cx="3409" cy="3415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245AD4A-7F88-9D32-0019-41CD0CA320C9}"/>
                  </a:ext>
                </a:extLst>
              </p:cNvPr>
              <p:cNvCxnSpPr>
                <a:cxnSpLocks/>
                <a:stCxn id="7" idx="4"/>
              </p:cNvCxnSpPr>
              <p:nvPr/>
            </p:nvCxnSpPr>
            <p:spPr>
              <a:xfrm>
                <a:off x="9655857" y="3329480"/>
                <a:ext cx="0" cy="34158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117FE1-ED6E-21B2-87BA-8B19E213B5F3}"/>
                </a:ext>
              </a:extLst>
            </p:cNvPr>
            <p:cNvSpPr txBox="1"/>
            <p:nvPr/>
          </p:nvSpPr>
          <p:spPr>
            <a:xfrm>
              <a:off x="8304957" y="326253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771081-3596-12B3-2516-7DE4A9DC8830}"/>
                </a:ext>
              </a:extLst>
            </p:cNvPr>
            <p:cNvSpPr txBox="1"/>
            <p:nvPr/>
          </p:nvSpPr>
          <p:spPr>
            <a:xfrm>
              <a:off x="9559120" y="3247908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AC7A8A-A1C2-F63E-AA28-3286E57B03AF}"/>
                </a:ext>
              </a:extLst>
            </p:cNvPr>
            <p:cNvSpPr txBox="1"/>
            <p:nvPr/>
          </p:nvSpPr>
          <p:spPr>
            <a:xfrm>
              <a:off x="9532849" y="534542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107617-CD53-AC8D-69BF-67C9831CD76C}"/>
                </a:ext>
              </a:extLst>
            </p:cNvPr>
            <p:cNvSpPr txBox="1"/>
            <p:nvPr/>
          </p:nvSpPr>
          <p:spPr>
            <a:xfrm>
              <a:off x="8326136" y="531166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797688-841C-8434-9705-71D02ADF1D12}"/>
                </a:ext>
              </a:extLst>
            </p:cNvPr>
            <p:cNvSpPr txBox="1"/>
            <p:nvPr/>
          </p:nvSpPr>
          <p:spPr>
            <a:xfrm>
              <a:off x="10855438" y="324019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C73F343-33FB-7467-3EC7-B43380F4BF62}"/>
                </a:ext>
              </a:extLst>
            </p:cNvPr>
            <p:cNvSpPr txBox="1"/>
            <p:nvPr/>
          </p:nvSpPr>
          <p:spPr>
            <a:xfrm>
              <a:off x="10885379" y="5337713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0F269D-11AD-5CA8-1644-51C28176EFE7}"/>
              </a:ext>
            </a:extLst>
          </p:cNvPr>
          <p:cNvGrpSpPr/>
          <p:nvPr/>
        </p:nvGrpSpPr>
        <p:grpSpPr>
          <a:xfrm>
            <a:off x="1518032" y="2981904"/>
            <a:ext cx="3029799" cy="2566896"/>
            <a:chOff x="8243233" y="3240195"/>
            <a:chExt cx="3029799" cy="256689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6C0DF43-DF93-9151-C560-3D8C5255B45F}"/>
                </a:ext>
              </a:extLst>
            </p:cNvPr>
            <p:cNvGrpSpPr/>
            <p:nvPr/>
          </p:nvGrpSpPr>
          <p:grpSpPr>
            <a:xfrm>
              <a:off x="8243233" y="3692311"/>
              <a:ext cx="3029799" cy="1781880"/>
              <a:chOff x="8347184" y="3119273"/>
              <a:chExt cx="1425094" cy="77354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AC1C52D-5B1E-8384-B52A-1A8995D7AE80}"/>
                  </a:ext>
                </a:extLst>
              </p:cNvPr>
              <p:cNvSpPr/>
              <p:nvPr/>
            </p:nvSpPr>
            <p:spPr>
              <a:xfrm>
                <a:off x="8347184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A3717ED-853C-43A0-07B9-A16B712D442B}"/>
                  </a:ext>
                </a:extLst>
              </p:cNvPr>
              <p:cNvSpPr/>
              <p:nvPr/>
            </p:nvSpPr>
            <p:spPr>
              <a:xfrm>
                <a:off x="8930508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429E74C-90ED-5C9B-B09C-9787CFA9BE65}"/>
                  </a:ext>
                </a:extLst>
              </p:cNvPr>
              <p:cNvSpPr/>
              <p:nvPr/>
            </p:nvSpPr>
            <p:spPr>
              <a:xfrm>
                <a:off x="9540243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B4EEE00-199C-097E-2CFC-EFC8141554E0}"/>
                  </a:ext>
                </a:extLst>
              </p:cNvPr>
              <p:cNvSpPr/>
              <p:nvPr/>
            </p:nvSpPr>
            <p:spPr>
              <a:xfrm>
                <a:off x="8347184" y="36710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6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3549347-BFCA-6F30-6FEA-9691A8AFB8FA}"/>
                  </a:ext>
                </a:extLst>
              </p:cNvPr>
              <p:cNvSpPr/>
              <p:nvPr/>
            </p:nvSpPr>
            <p:spPr>
              <a:xfrm>
                <a:off x="8914742" y="36787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5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089D8D7-DD4B-1D1C-6B5D-CF16CAAD4FBF}"/>
                  </a:ext>
                </a:extLst>
              </p:cNvPr>
              <p:cNvSpPr/>
              <p:nvPr/>
            </p:nvSpPr>
            <p:spPr>
              <a:xfrm>
                <a:off x="9541050" y="3682615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4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ACEF502-9DBC-E53C-9495-5EB5DD5519CE}"/>
                  </a:ext>
                </a:extLst>
              </p:cNvPr>
              <p:cNvCxnSpPr/>
              <p:nvPr/>
            </p:nvCxnSpPr>
            <p:spPr>
              <a:xfrm>
                <a:off x="8571594" y="3215427"/>
                <a:ext cx="352096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E97782D-B13C-D561-7241-34FDD26A6AFF}"/>
                  </a:ext>
                </a:extLst>
              </p:cNvPr>
              <p:cNvCxnSpPr>
                <a:cxnSpLocks/>
                <a:stCxn id="34" idx="6"/>
              </p:cNvCxnSpPr>
              <p:nvPr/>
            </p:nvCxnSpPr>
            <p:spPr>
              <a:xfrm flipV="1">
                <a:off x="9161736" y="3215427"/>
                <a:ext cx="378372" cy="89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5C93E56-F5CC-65DC-BE62-E718042B3C59}"/>
                  </a:ext>
                </a:extLst>
              </p:cNvPr>
              <p:cNvCxnSpPr>
                <a:cxnSpLocks/>
                <a:endCxn id="37" idx="2"/>
              </p:cNvCxnSpPr>
              <p:nvPr/>
            </p:nvCxnSpPr>
            <p:spPr>
              <a:xfrm>
                <a:off x="8578412" y="3783868"/>
                <a:ext cx="336330" cy="2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0E42A10-8C24-5FB1-36E3-6BCB9F8F2C57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>
                <a:off x="9145970" y="3783870"/>
                <a:ext cx="395080" cy="38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75132B46-B149-7046-59A0-2098337B0A2B}"/>
                  </a:ext>
                </a:extLst>
              </p:cNvPr>
              <p:cNvCxnSpPr>
                <a:cxnSpLocks/>
                <a:stCxn id="33" idx="4"/>
                <a:endCxn id="36" idx="0"/>
              </p:cNvCxnSpPr>
              <p:nvPr/>
            </p:nvCxnSpPr>
            <p:spPr>
              <a:xfrm>
                <a:off x="8462798" y="3329480"/>
                <a:ext cx="0" cy="341586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D47298A-D809-FF65-A995-A35D67136729}"/>
                  </a:ext>
                </a:extLst>
              </p:cNvPr>
              <p:cNvCxnSpPr>
                <a:cxnSpLocks/>
                <a:endCxn id="37" idx="0"/>
              </p:cNvCxnSpPr>
              <p:nvPr/>
            </p:nvCxnSpPr>
            <p:spPr>
              <a:xfrm flipH="1">
                <a:off x="9030356" y="3337179"/>
                <a:ext cx="3409" cy="3415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34229F0-94F3-534E-A55A-AD26531B9E33}"/>
                  </a:ext>
                </a:extLst>
              </p:cNvPr>
              <p:cNvCxnSpPr>
                <a:cxnSpLocks/>
                <a:stCxn id="35" idx="4"/>
              </p:cNvCxnSpPr>
              <p:nvPr/>
            </p:nvCxnSpPr>
            <p:spPr>
              <a:xfrm>
                <a:off x="9655857" y="3329480"/>
                <a:ext cx="0" cy="34158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4C2840-D6E9-5414-3B0E-C5F88793615F}"/>
                </a:ext>
              </a:extLst>
            </p:cNvPr>
            <p:cNvSpPr txBox="1"/>
            <p:nvPr/>
          </p:nvSpPr>
          <p:spPr>
            <a:xfrm>
              <a:off x="8304957" y="326253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A7C88BE-4D2D-2E13-3E1F-01229CD75627}"/>
                </a:ext>
              </a:extLst>
            </p:cNvPr>
            <p:cNvSpPr txBox="1"/>
            <p:nvPr/>
          </p:nvSpPr>
          <p:spPr>
            <a:xfrm>
              <a:off x="9559120" y="3247908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9652C6-A7CC-B37D-1052-158B869564A6}"/>
                </a:ext>
              </a:extLst>
            </p:cNvPr>
            <p:cNvSpPr txBox="1"/>
            <p:nvPr/>
          </p:nvSpPr>
          <p:spPr>
            <a:xfrm>
              <a:off x="9532849" y="534542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1AB6EA-3D69-0A4B-0C19-778C65F45A7A}"/>
                </a:ext>
              </a:extLst>
            </p:cNvPr>
            <p:cNvSpPr txBox="1"/>
            <p:nvPr/>
          </p:nvSpPr>
          <p:spPr>
            <a:xfrm>
              <a:off x="8326136" y="531166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6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9BBFD03-1AFA-FE95-5F04-40D397ED20BF}"/>
                </a:ext>
              </a:extLst>
            </p:cNvPr>
            <p:cNvSpPr txBox="1"/>
            <p:nvPr/>
          </p:nvSpPr>
          <p:spPr>
            <a:xfrm>
              <a:off x="10855438" y="324019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188D64-1C53-8114-F91F-21B0F16792B1}"/>
                </a:ext>
              </a:extLst>
            </p:cNvPr>
            <p:cNvSpPr txBox="1"/>
            <p:nvPr/>
          </p:nvSpPr>
          <p:spPr>
            <a:xfrm>
              <a:off x="10885379" y="5337713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3</a:t>
              </a:r>
            </a:p>
          </p:txBody>
        </p:sp>
      </p:grpSp>
      <p:sp>
        <p:nvSpPr>
          <p:cNvPr id="46" name="Striped Right Arrow 45">
            <a:extLst>
              <a:ext uri="{FF2B5EF4-FFF2-40B4-BE49-F238E27FC236}">
                <a16:creationId xmlns:a16="http://schemas.microsoft.com/office/drawing/2014/main" id="{C3B829B0-B46F-71FD-2EDD-E12C26DECA68}"/>
              </a:ext>
            </a:extLst>
          </p:cNvPr>
          <p:cNvSpPr/>
          <p:nvPr/>
        </p:nvSpPr>
        <p:spPr>
          <a:xfrm>
            <a:off x="5261165" y="3935969"/>
            <a:ext cx="2080085" cy="648388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539468B-A738-B392-44FF-8295E0FCEB39}"/>
              </a:ext>
            </a:extLst>
          </p:cNvPr>
          <p:cNvCxnSpPr/>
          <p:nvPr/>
        </p:nvCxnSpPr>
        <p:spPr>
          <a:xfrm>
            <a:off x="2009631" y="3918235"/>
            <a:ext cx="715049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447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565D-7CFC-A00D-CFEB-56854B3B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Token Swapping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52AF9D-7D64-46D3-3A2B-65FFDF832F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Let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AU" dirty="0"/>
                  <a:t> be the distance of token 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AU" dirty="0"/>
                  <a:t> to the target vertex </a:t>
                </a:r>
              </a:p>
              <a:p>
                <a:r>
                  <a:rPr lang="en-AU" b="0" dirty="0">
                    <a:latin typeface="Cambria Math" panose="02040503050406030204" pitchFamily="18" charset="0"/>
                  </a:rPr>
                  <a:t>Every swap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b="0" dirty="0">
                    <a:latin typeface="Cambria Math" panose="02040503050406030204" pitchFamily="18" charset="0"/>
                  </a:rPr>
                  <a:t> changes only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AU" b="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AU" dirty="0">
                    <a:latin typeface="Cambria Math" panose="02040503050406030204" pitchFamily="18" charset="0"/>
                  </a:rPr>
                  <a:t> by 1, 0, or -1</a:t>
                </a:r>
                <a:endParaRPr lang="en-AU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A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52AF9D-7D64-46D3-3A2B-65FFDF832F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513E251-72D9-A22A-1353-5B800A46F308}"/>
              </a:ext>
            </a:extLst>
          </p:cNvPr>
          <p:cNvGrpSpPr/>
          <p:nvPr/>
        </p:nvGrpSpPr>
        <p:grpSpPr>
          <a:xfrm>
            <a:off x="7959284" y="3762641"/>
            <a:ext cx="3029799" cy="2566896"/>
            <a:chOff x="8243233" y="3240195"/>
            <a:chExt cx="3029799" cy="256689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F03550E-FE5A-1B16-985A-F5B572D91717}"/>
                </a:ext>
              </a:extLst>
            </p:cNvPr>
            <p:cNvGrpSpPr/>
            <p:nvPr/>
          </p:nvGrpSpPr>
          <p:grpSpPr>
            <a:xfrm>
              <a:off x="8243233" y="3692311"/>
              <a:ext cx="3029799" cy="1781880"/>
              <a:chOff x="8347184" y="3119273"/>
              <a:chExt cx="1425094" cy="773549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8494074-7ED9-2F85-6D63-DBDF5136A9F7}"/>
                  </a:ext>
                </a:extLst>
              </p:cNvPr>
              <p:cNvSpPr/>
              <p:nvPr/>
            </p:nvSpPr>
            <p:spPr>
              <a:xfrm>
                <a:off x="8347184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C241287-5485-5B67-7E46-723CA02D3AA0}"/>
                  </a:ext>
                </a:extLst>
              </p:cNvPr>
              <p:cNvSpPr/>
              <p:nvPr/>
            </p:nvSpPr>
            <p:spPr>
              <a:xfrm>
                <a:off x="8930508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8248EBF-B475-1CEB-BE37-BB397468566A}"/>
                  </a:ext>
                </a:extLst>
              </p:cNvPr>
              <p:cNvSpPr/>
              <p:nvPr/>
            </p:nvSpPr>
            <p:spPr>
              <a:xfrm>
                <a:off x="9540243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47056C5-4FB6-ED5D-3156-BA10BD6B2E0B}"/>
                  </a:ext>
                </a:extLst>
              </p:cNvPr>
              <p:cNvSpPr/>
              <p:nvPr/>
            </p:nvSpPr>
            <p:spPr>
              <a:xfrm>
                <a:off x="8347184" y="36710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6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CE63F18-5676-6697-A3A6-06E4853E0A78}"/>
                  </a:ext>
                </a:extLst>
              </p:cNvPr>
              <p:cNvSpPr/>
              <p:nvPr/>
            </p:nvSpPr>
            <p:spPr>
              <a:xfrm>
                <a:off x="8914742" y="36787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0D91AE5-0953-7EE1-99EE-3512179AB47B}"/>
                  </a:ext>
                </a:extLst>
              </p:cNvPr>
              <p:cNvSpPr/>
              <p:nvPr/>
            </p:nvSpPr>
            <p:spPr>
              <a:xfrm>
                <a:off x="9541050" y="3682615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4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1290FBC-D5A3-5A5A-A452-824E3F05CE1F}"/>
                  </a:ext>
                </a:extLst>
              </p:cNvPr>
              <p:cNvCxnSpPr/>
              <p:nvPr/>
            </p:nvCxnSpPr>
            <p:spPr>
              <a:xfrm>
                <a:off x="8571594" y="3215427"/>
                <a:ext cx="352096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98E84CB-28E0-C567-0EA3-10FB99088CA8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 flipV="1">
                <a:off x="9161736" y="3215427"/>
                <a:ext cx="378372" cy="89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CB08BEF-BDE8-3CDE-B5A8-85AE6AFAA2A5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>
                <a:off x="8578412" y="3783868"/>
                <a:ext cx="336330" cy="2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ECA47E8-456D-40ED-DA38-C64534C4DD9D}"/>
                  </a:ext>
                </a:extLst>
              </p:cNvPr>
              <p:cNvCxnSpPr>
                <a:cxnSpLocks/>
                <a:stCxn id="9" idx="6"/>
                <a:endCxn id="10" idx="2"/>
              </p:cNvCxnSpPr>
              <p:nvPr/>
            </p:nvCxnSpPr>
            <p:spPr>
              <a:xfrm>
                <a:off x="9145970" y="3783870"/>
                <a:ext cx="395080" cy="38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D5D5606-CEFC-827F-991F-F1B9C88554F0}"/>
                  </a:ext>
                </a:extLst>
              </p:cNvPr>
              <p:cNvCxnSpPr>
                <a:cxnSpLocks/>
                <a:stCxn id="5" idx="4"/>
                <a:endCxn id="8" idx="0"/>
              </p:cNvCxnSpPr>
              <p:nvPr/>
            </p:nvCxnSpPr>
            <p:spPr>
              <a:xfrm>
                <a:off x="8462798" y="3329480"/>
                <a:ext cx="0" cy="341586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A8DEC53-D6C0-C673-DA66-607B576A1BF4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 flipH="1">
                <a:off x="9030356" y="3337179"/>
                <a:ext cx="3409" cy="3415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245AD4A-7F88-9D32-0019-41CD0CA320C9}"/>
                  </a:ext>
                </a:extLst>
              </p:cNvPr>
              <p:cNvCxnSpPr>
                <a:cxnSpLocks/>
                <a:stCxn id="7" idx="4"/>
              </p:cNvCxnSpPr>
              <p:nvPr/>
            </p:nvCxnSpPr>
            <p:spPr>
              <a:xfrm>
                <a:off x="9655857" y="3329480"/>
                <a:ext cx="0" cy="34158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117FE1-ED6E-21B2-87BA-8B19E213B5F3}"/>
                </a:ext>
              </a:extLst>
            </p:cNvPr>
            <p:cNvSpPr txBox="1"/>
            <p:nvPr/>
          </p:nvSpPr>
          <p:spPr>
            <a:xfrm>
              <a:off x="8304957" y="326253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771081-3596-12B3-2516-7DE4A9DC8830}"/>
                </a:ext>
              </a:extLst>
            </p:cNvPr>
            <p:cNvSpPr txBox="1"/>
            <p:nvPr/>
          </p:nvSpPr>
          <p:spPr>
            <a:xfrm>
              <a:off x="9559120" y="3247908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AC7A8A-A1C2-F63E-AA28-3286E57B03AF}"/>
                </a:ext>
              </a:extLst>
            </p:cNvPr>
            <p:cNvSpPr txBox="1"/>
            <p:nvPr/>
          </p:nvSpPr>
          <p:spPr>
            <a:xfrm>
              <a:off x="9532849" y="534542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107617-CD53-AC8D-69BF-67C9831CD76C}"/>
                </a:ext>
              </a:extLst>
            </p:cNvPr>
            <p:cNvSpPr txBox="1"/>
            <p:nvPr/>
          </p:nvSpPr>
          <p:spPr>
            <a:xfrm>
              <a:off x="8326136" y="531166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797688-841C-8434-9705-71D02ADF1D12}"/>
                </a:ext>
              </a:extLst>
            </p:cNvPr>
            <p:cNvSpPr txBox="1"/>
            <p:nvPr/>
          </p:nvSpPr>
          <p:spPr>
            <a:xfrm>
              <a:off x="10855438" y="324019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C73F343-33FB-7467-3EC7-B43380F4BF62}"/>
                </a:ext>
              </a:extLst>
            </p:cNvPr>
            <p:cNvSpPr txBox="1"/>
            <p:nvPr/>
          </p:nvSpPr>
          <p:spPr>
            <a:xfrm>
              <a:off x="10885379" y="5337713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0F269D-11AD-5CA8-1644-51C28176EFE7}"/>
              </a:ext>
            </a:extLst>
          </p:cNvPr>
          <p:cNvGrpSpPr/>
          <p:nvPr/>
        </p:nvGrpSpPr>
        <p:grpSpPr>
          <a:xfrm>
            <a:off x="1518032" y="3698599"/>
            <a:ext cx="3029799" cy="2566896"/>
            <a:chOff x="8243233" y="3240195"/>
            <a:chExt cx="3029799" cy="256689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6C0DF43-DF93-9151-C560-3D8C5255B45F}"/>
                </a:ext>
              </a:extLst>
            </p:cNvPr>
            <p:cNvGrpSpPr/>
            <p:nvPr/>
          </p:nvGrpSpPr>
          <p:grpSpPr>
            <a:xfrm>
              <a:off x="8243233" y="3692311"/>
              <a:ext cx="3029799" cy="1781880"/>
              <a:chOff x="8347184" y="3119273"/>
              <a:chExt cx="1425094" cy="77354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AC1C52D-5B1E-8384-B52A-1A8995D7AE80}"/>
                  </a:ext>
                </a:extLst>
              </p:cNvPr>
              <p:cNvSpPr/>
              <p:nvPr/>
            </p:nvSpPr>
            <p:spPr>
              <a:xfrm>
                <a:off x="8347184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A3717ED-853C-43A0-07B9-A16B712D442B}"/>
                  </a:ext>
                </a:extLst>
              </p:cNvPr>
              <p:cNvSpPr/>
              <p:nvPr/>
            </p:nvSpPr>
            <p:spPr>
              <a:xfrm>
                <a:off x="8930508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429E74C-90ED-5C9B-B09C-9787CFA9BE65}"/>
                  </a:ext>
                </a:extLst>
              </p:cNvPr>
              <p:cNvSpPr/>
              <p:nvPr/>
            </p:nvSpPr>
            <p:spPr>
              <a:xfrm>
                <a:off x="9540243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B4EEE00-199C-097E-2CFC-EFC8141554E0}"/>
                  </a:ext>
                </a:extLst>
              </p:cNvPr>
              <p:cNvSpPr/>
              <p:nvPr/>
            </p:nvSpPr>
            <p:spPr>
              <a:xfrm>
                <a:off x="8347184" y="36710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6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3549347-BFCA-6F30-6FEA-9691A8AFB8FA}"/>
                  </a:ext>
                </a:extLst>
              </p:cNvPr>
              <p:cNvSpPr/>
              <p:nvPr/>
            </p:nvSpPr>
            <p:spPr>
              <a:xfrm>
                <a:off x="8914742" y="36787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5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089D8D7-DD4B-1D1C-6B5D-CF16CAAD4FBF}"/>
                  </a:ext>
                </a:extLst>
              </p:cNvPr>
              <p:cNvSpPr/>
              <p:nvPr/>
            </p:nvSpPr>
            <p:spPr>
              <a:xfrm>
                <a:off x="9541050" y="3682615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4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ACEF502-9DBC-E53C-9495-5EB5DD5519CE}"/>
                  </a:ext>
                </a:extLst>
              </p:cNvPr>
              <p:cNvCxnSpPr/>
              <p:nvPr/>
            </p:nvCxnSpPr>
            <p:spPr>
              <a:xfrm>
                <a:off x="8571594" y="3215427"/>
                <a:ext cx="352096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E97782D-B13C-D561-7241-34FDD26A6AFF}"/>
                  </a:ext>
                </a:extLst>
              </p:cNvPr>
              <p:cNvCxnSpPr>
                <a:cxnSpLocks/>
                <a:stCxn id="34" idx="6"/>
              </p:cNvCxnSpPr>
              <p:nvPr/>
            </p:nvCxnSpPr>
            <p:spPr>
              <a:xfrm flipV="1">
                <a:off x="9161736" y="3215427"/>
                <a:ext cx="378372" cy="89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5C93E56-F5CC-65DC-BE62-E718042B3C59}"/>
                  </a:ext>
                </a:extLst>
              </p:cNvPr>
              <p:cNvCxnSpPr>
                <a:cxnSpLocks/>
                <a:endCxn id="37" idx="2"/>
              </p:cNvCxnSpPr>
              <p:nvPr/>
            </p:nvCxnSpPr>
            <p:spPr>
              <a:xfrm>
                <a:off x="8578412" y="3783868"/>
                <a:ext cx="336330" cy="2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0E42A10-8C24-5FB1-36E3-6BCB9F8F2C57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>
                <a:off x="9145970" y="3783870"/>
                <a:ext cx="395080" cy="38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75132B46-B149-7046-59A0-2098337B0A2B}"/>
                  </a:ext>
                </a:extLst>
              </p:cNvPr>
              <p:cNvCxnSpPr>
                <a:cxnSpLocks/>
                <a:stCxn id="33" idx="4"/>
                <a:endCxn id="36" idx="0"/>
              </p:cNvCxnSpPr>
              <p:nvPr/>
            </p:nvCxnSpPr>
            <p:spPr>
              <a:xfrm>
                <a:off x="8462798" y="3329480"/>
                <a:ext cx="0" cy="341586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D47298A-D809-FF65-A995-A35D67136729}"/>
                  </a:ext>
                </a:extLst>
              </p:cNvPr>
              <p:cNvCxnSpPr>
                <a:cxnSpLocks/>
                <a:endCxn id="37" idx="0"/>
              </p:cNvCxnSpPr>
              <p:nvPr/>
            </p:nvCxnSpPr>
            <p:spPr>
              <a:xfrm flipH="1">
                <a:off x="9030356" y="3337179"/>
                <a:ext cx="3409" cy="3415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34229F0-94F3-534E-A55A-AD26531B9E33}"/>
                  </a:ext>
                </a:extLst>
              </p:cNvPr>
              <p:cNvCxnSpPr>
                <a:cxnSpLocks/>
                <a:stCxn id="35" idx="4"/>
              </p:cNvCxnSpPr>
              <p:nvPr/>
            </p:nvCxnSpPr>
            <p:spPr>
              <a:xfrm>
                <a:off x="9655857" y="3329480"/>
                <a:ext cx="0" cy="34158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4C2840-D6E9-5414-3B0E-C5F88793615F}"/>
                </a:ext>
              </a:extLst>
            </p:cNvPr>
            <p:cNvSpPr txBox="1"/>
            <p:nvPr/>
          </p:nvSpPr>
          <p:spPr>
            <a:xfrm>
              <a:off x="8304957" y="326253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A7C88BE-4D2D-2E13-3E1F-01229CD75627}"/>
                </a:ext>
              </a:extLst>
            </p:cNvPr>
            <p:cNvSpPr txBox="1"/>
            <p:nvPr/>
          </p:nvSpPr>
          <p:spPr>
            <a:xfrm>
              <a:off x="9559120" y="3247908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9652C6-A7CC-B37D-1052-158B869564A6}"/>
                </a:ext>
              </a:extLst>
            </p:cNvPr>
            <p:cNvSpPr txBox="1"/>
            <p:nvPr/>
          </p:nvSpPr>
          <p:spPr>
            <a:xfrm>
              <a:off x="9532849" y="534542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1AB6EA-3D69-0A4B-0C19-778C65F45A7A}"/>
                </a:ext>
              </a:extLst>
            </p:cNvPr>
            <p:cNvSpPr txBox="1"/>
            <p:nvPr/>
          </p:nvSpPr>
          <p:spPr>
            <a:xfrm>
              <a:off x="8326136" y="531166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6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9BBFD03-1AFA-FE95-5F04-40D397ED20BF}"/>
                </a:ext>
              </a:extLst>
            </p:cNvPr>
            <p:cNvSpPr txBox="1"/>
            <p:nvPr/>
          </p:nvSpPr>
          <p:spPr>
            <a:xfrm>
              <a:off x="10855438" y="324019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188D64-1C53-8114-F91F-21B0F16792B1}"/>
                </a:ext>
              </a:extLst>
            </p:cNvPr>
            <p:cNvSpPr txBox="1"/>
            <p:nvPr/>
          </p:nvSpPr>
          <p:spPr>
            <a:xfrm>
              <a:off x="10885379" y="5337713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3</a:t>
              </a:r>
            </a:p>
          </p:txBody>
        </p:sp>
      </p:grpSp>
      <p:sp>
        <p:nvSpPr>
          <p:cNvPr id="46" name="Striped Right Arrow 45">
            <a:extLst>
              <a:ext uri="{FF2B5EF4-FFF2-40B4-BE49-F238E27FC236}">
                <a16:creationId xmlns:a16="http://schemas.microsoft.com/office/drawing/2014/main" id="{C3B829B0-B46F-71FD-2EDD-E12C26DECA68}"/>
              </a:ext>
            </a:extLst>
          </p:cNvPr>
          <p:cNvSpPr/>
          <p:nvPr/>
        </p:nvSpPr>
        <p:spPr>
          <a:xfrm>
            <a:off x="5261165" y="4652664"/>
            <a:ext cx="2080085" cy="648388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539468B-A738-B392-44FF-8295E0FCEB39}"/>
              </a:ext>
            </a:extLst>
          </p:cNvPr>
          <p:cNvCxnSpPr/>
          <p:nvPr/>
        </p:nvCxnSpPr>
        <p:spPr>
          <a:xfrm>
            <a:off x="2009631" y="4634930"/>
            <a:ext cx="715049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FB8AE39-1B6F-8EDE-FCB8-56251FD0FAD4}"/>
                  </a:ext>
                </a:extLst>
              </p:cNvPr>
              <p:cNvSpPr/>
              <p:nvPr/>
            </p:nvSpPr>
            <p:spPr>
              <a:xfrm>
                <a:off x="9029371" y="1825625"/>
                <a:ext cx="491599" cy="484215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FB8AE39-1B6F-8EDE-FCB8-56251FD0FA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371" y="1825625"/>
                <a:ext cx="491599" cy="48421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767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565D-7CFC-A00D-CFEB-56854B3B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Unhappy Swap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52AF9D-7D64-46D3-3A2B-65FFDF832F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A swap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b="0" dirty="0">
                    <a:latin typeface="Cambria Math" panose="02040503050406030204" pitchFamily="18" charset="0"/>
                  </a:rPr>
                  <a:t> </a:t>
                </a:r>
                <a:r>
                  <a:rPr lang="en-AU" dirty="0"/>
                  <a:t>is </a:t>
                </a:r>
                <a:r>
                  <a:rPr lang="en-AU" dirty="0">
                    <a:solidFill>
                      <a:srgbClr val="021BFF"/>
                    </a:solidFill>
                  </a:rPr>
                  <a:t>unhappy</a:t>
                </a:r>
                <a:r>
                  <a:rPr lang="en-AU" dirty="0"/>
                  <a:t> if one node is already in its target position, while the distance of the other can be reduced by 1 after the swap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52AF9D-7D64-46D3-3A2B-65FFDF832F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9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513E251-72D9-A22A-1353-5B800A46F308}"/>
              </a:ext>
            </a:extLst>
          </p:cNvPr>
          <p:cNvGrpSpPr/>
          <p:nvPr/>
        </p:nvGrpSpPr>
        <p:grpSpPr>
          <a:xfrm>
            <a:off x="7959284" y="3762641"/>
            <a:ext cx="3029799" cy="2566896"/>
            <a:chOff x="8243233" y="3240195"/>
            <a:chExt cx="3029799" cy="256689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F03550E-FE5A-1B16-985A-F5B572D91717}"/>
                </a:ext>
              </a:extLst>
            </p:cNvPr>
            <p:cNvGrpSpPr/>
            <p:nvPr/>
          </p:nvGrpSpPr>
          <p:grpSpPr>
            <a:xfrm>
              <a:off x="8243233" y="3692311"/>
              <a:ext cx="3029799" cy="1781880"/>
              <a:chOff x="8347184" y="3119273"/>
              <a:chExt cx="1425094" cy="773549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8494074-7ED9-2F85-6D63-DBDF5136A9F7}"/>
                  </a:ext>
                </a:extLst>
              </p:cNvPr>
              <p:cNvSpPr/>
              <p:nvPr/>
            </p:nvSpPr>
            <p:spPr>
              <a:xfrm>
                <a:off x="8347184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C241287-5485-5B67-7E46-723CA02D3AA0}"/>
                  </a:ext>
                </a:extLst>
              </p:cNvPr>
              <p:cNvSpPr/>
              <p:nvPr/>
            </p:nvSpPr>
            <p:spPr>
              <a:xfrm>
                <a:off x="8930508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8248EBF-B475-1CEB-BE37-BB397468566A}"/>
                  </a:ext>
                </a:extLst>
              </p:cNvPr>
              <p:cNvSpPr/>
              <p:nvPr/>
            </p:nvSpPr>
            <p:spPr>
              <a:xfrm>
                <a:off x="9540243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47056C5-4FB6-ED5D-3156-BA10BD6B2E0B}"/>
                  </a:ext>
                </a:extLst>
              </p:cNvPr>
              <p:cNvSpPr/>
              <p:nvPr/>
            </p:nvSpPr>
            <p:spPr>
              <a:xfrm>
                <a:off x="8347184" y="36710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6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CE63F18-5676-6697-A3A6-06E4853E0A78}"/>
                  </a:ext>
                </a:extLst>
              </p:cNvPr>
              <p:cNvSpPr/>
              <p:nvPr/>
            </p:nvSpPr>
            <p:spPr>
              <a:xfrm>
                <a:off x="8914742" y="36787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0D91AE5-0953-7EE1-99EE-3512179AB47B}"/>
                  </a:ext>
                </a:extLst>
              </p:cNvPr>
              <p:cNvSpPr/>
              <p:nvPr/>
            </p:nvSpPr>
            <p:spPr>
              <a:xfrm>
                <a:off x="9541050" y="3682615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4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1290FBC-D5A3-5A5A-A452-824E3F05CE1F}"/>
                  </a:ext>
                </a:extLst>
              </p:cNvPr>
              <p:cNvCxnSpPr/>
              <p:nvPr/>
            </p:nvCxnSpPr>
            <p:spPr>
              <a:xfrm>
                <a:off x="8571594" y="3215427"/>
                <a:ext cx="352096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98E84CB-28E0-C567-0EA3-10FB99088CA8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 flipV="1">
                <a:off x="9161736" y="3215427"/>
                <a:ext cx="378372" cy="89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CB08BEF-BDE8-3CDE-B5A8-85AE6AFAA2A5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>
                <a:off x="8578412" y="3783868"/>
                <a:ext cx="336330" cy="2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ECA47E8-456D-40ED-DA38-C64534C4DD9D}"/>
                  </a:ext>
                </a:extLst>
              </p:cNvPr>
              <p:cNvCxnSpPr>
                <a:cxnSpLocks/>
                <a:stCxn id="9" idx="6"/>
                <a:endCxn id="10" idx="2"/>
              </p:cNvCxnSpPr>
              <p:nvPr/>
            </p:nvCxnSpPr>
            <p:spPr>
              <a:xfrm>
                <a:off x="9145970" y="3783870"/>
                <a:ext cx="395080" cy="38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D5D5606-CEFC-827F-991F-F1B9C88554F0}"/>
                  </a:ext>
                </a:extLst>
              </p:cNvPr>
              <p:cNvCxnSpPr>
                <a:cxnSpLocks/>
                <a:stCxn id="5" idx="4"/>
                <a:endCxn id="8" idx="0"/>
              </p:cNvCxnSpPr>
              <p:nvPr/>
            </p:nvCxnSpPr>
            <p:spPr>
              <a:xfrm>
                <a:off x="8462798" y="3329480"/>
                <a:ext cx="0" cy="341586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A8DEC53-D6C0-C673-DA66-607B576A1BF4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 flipH="1">
                <a:off x="9030356" y="3337179"/>
                <a:ext cx="3409" cy="3415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245AD4A-7F88-9D32-0019-41CD0CA320C9}"/>
                  </a:ext>
                </a:extLst>
              </p:cNvPr>
              <p:cNvCxnSpPr>
                <a:cxnSpLocks/>
                <a:stCxn id="7" idx="4"/>
              </p:cNvCxnSpPr>
              <p:nvPr/>
            </p:nvCxnSpPr>
            <p:spPr>
              <a:xfrm>
                <a:off x="9655857" y="3329480"/>
                <a:ext cx="0" cy="34158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117FE1-ED6E-21B2-87BA-8B19E213B5F3}"/>
                </a:ext>
              </a:extLst>
            </p:cNvPr>
            <p:cNvSpPr txBox="1"/>
            <p:nvPr/>
          </p:nvSpPr>
          <p:spPr>
            <a:xfrm>
              <a:off x="8304957" y="326253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6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771081-3596-12B3-2516-7DE4A9DC8830}"/>
                </a:ext>
              </a:extLst>
            </p:cNvPr>
            <p:cNvSpPr txBox="1"/>
            <p:nvPr/>
          </p:nvSpPr>
          <p:spPr>
            <a:xfrm>
              <a:off x="9559120" y="3247908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AC7A8A-A1C2-F63E-AA28-3286E57B03AF}"/>
                </a:ext>
              </a:extLst>
            </p:cNvPr>
            <p:cNvSpPr txBox="1"/>
            <p:nvPr/>
          </p:nvSpPr>
          <p:spPr>
            <a:xfrm>
              <a:off x="9532849" y="534542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107617-CD53-AC8D-69BF-67C9831CD76C}"/>
                </a:ext>
              </a:extLst>
            </p:cNvPr>
            <p:cNvSpPr txBox="1"/>
            <p:nvPr/>
          </p:nvSpPr>
          <p:spPr>
            <a:xfrm>
              <a:off x="8326136" y="531166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797688-841C-8434-9705-71D02ADF1D12}"/>
                </a:ext>
              </a:extLst>
            </p:cNvPr>
            <p:cNvSpPr txBox="1"/>
            <p:nvPr/>
          </p:nvSpPr>
          <p:spPr>
            <a:xfrm>
              <a:off x="10855438" y="324019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C73F343-33FB-7467-3EC7-B43380F4BF62}"/>
                </a:ext>
              </a:extLst>
            </p:cNvPr>
            <p:cNvSpPr txBox="1"/>
            <p:nvPr/>
          </p:nvSpPr>
          <p:spPr>
            <a:xfrm>
              <a:off x="10885379" y="5337713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0F269D-11AD-5CA8-1644-51C28176EFE7}"/>
              </a:ext>
            </a:extLst>
          </p:cNvPr>
          <p:cNvGrpSpPr/>
          <p:nvPr/>
        </p:nvGrpSpPr>
        <p:grpSpPr>
          <a:xfrm>
            <a:off x="1518032" y="3698599"/>
            <a:ext cx="3029799" cy="2566896"/>
            <a:chOff x="8243233" y="3240195"/>
            <a:chExt cx="3029799" cy="256689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6C0DF43-DF93-9151-C560-3D8C5255B45F}"/>
                </a:ext>
              </a:extLst>
            </p:cNvPr>
            <p:cNvGrpSpPr/>
            <p:nvPr/>
          </p:nvGrpSpPr>
          <p:grpSpPr>
            <a:xfrm>
              <a:off x="8243233" y="3692311"/>
              <a:ext cx="3029799" cy="1781880"/>
              <a:chOff x="8347184" y="3119273"/>
              <a:chExt cx="1425094" cy="77354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AC1C52D-5B1E-8384-B52A-1A8995D7AE80}"/>
                  </a:ext>
                </a:extLst>
              </p:cNvPr>
              <p:cNvSpPr/>
              <p:nvPr/>
            </p:nvSpPr>
            <p:spPr>
              <a:xfrm>
                <a:off x="8347184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1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A3717ED-853C-43A0-07B9-A16B712D442B}"/>
                  </a:ext>
                </a:extLst>
              </p:cNvPr>
              <p:cNvSpPr/>
              <p:nvPr/>
            </p:nvSpPr>
            <p:spPr>
              <a:xfrm>
                <a:off x="8930508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2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429E74C-90ED-5C9B-B09C-9787CFA9BE65}"/>
                  </a:ext>
                </a:extLst>
              </p:cNvPr>
              <p:cNvSpPr/>
              <p:nvPr/>
            </p:nvSpPr>
            <p:spPr>
              <a:xfrm>
                <a:off x="9540243" y="3119273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3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B4EEE00-199C-097E-2CFC-EFC8141554E0}"/>
                  </a:ext>
                </a:extLst>
              </p:cNvPr>
              <p:cNvSpPr/>
              <p:nvPr/>
            </p:nvSpPr>
            <p:spPr>
              <a:xfrm>
                <a:off x="8347184" y="36710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6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3549347-BFCA-6F30-6FEA-9691A8AFB8FA}"/>
                  </a:ext>
                </a:extLst>
              </p:cNvPr>
              <p:cNvSpPr/>
              <p:nvPr/>
            </p:nvSpPr>
            <p:spPr>
              <a:xfrm>
                <a:off x="8914742" y="3678766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5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089D8D7-DD4B-1D1C-6B5D-CF16CAAD4FBF}"/>
                  </a:ext>
                </a:extLst>
              </p:cNvPr>
              <p:cNvSpPr/>
              <p:nvPr/>
            </p:nvSpPr>
            <p:spPr>
              <a:xfrm>
                <a:off x="9541050" y="3682615"/>
                <a:ext cx="231228" cy="210207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/>
                  <a:t>4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ACEF502-9DBC-E53C-9495-5EB5DD5519CE}"/>
                  </a:ext>
                </a:extLst>
              </p:cNvPr>
              <p:cNvCxnSpPr/>
              <p:nvPr/>
            </p:nvCxnSpPr>
            <p:spPr>
              <a:xfrm>
                <a:off x="8571594" y="3215427"/>
                <a:ext cx="352096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E97782D-B13C-D561-7241-34FDD26A6AFF}"/>
                  </a:ext>
                </a:extLst>
              </p:cNvPr>
              <p:cNvCxnSpPr>
                <a:cxnSpLocks/>
                <a:stCxn id="34" idx="6"/>
              </p:cNvCxnSpPr>
              <p:nvPr/>
            </p:nvCxnSpPr>
            <p:spPr>
              <a:xfrm flipV="1">
                <a:off x="9161736" y="3215427"/>
                <a:ext cx="378372" cy="89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5C93E56-F5CC-65DC-BE62-E718042B3C59}"/>
                  </a:ext>
                </a:extLst>
              </p:cNvPr>
              <p:cNvCxnSpPr>
                <a:cxnSpLocks/>
                <a:endCxn id="37" idx="2"/>
              </p:cNvCxnSpPr>
              <p:nvPr/>
            </p:nvCxnSpPr>
            <p:spPr>
              <a:xfrm>
                <a:off x="8578412" y="3783868"/>
                <a:ext cx="336330" cy="2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0E42A10-8C24-5FB1-36E3-6BCB9F8F2C57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>
                <a:off x="9145970" y="3783870"/>
                <a:ext cx="395080" cy="3849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75132B46-B149-7046-59A0-2098337B0A2B}"/>
                  </a:ext>
                </a:extLst>
              </p:cNvPr>
              <p:cNvCxnSpPr>
                <a:cxnSpLocks/>
                <a:stCxn id="33" idx="4"/>
                <a:endCxn id="36" idx="0"/>
              </p:cNvCxnSpPr>
              <p:nvPr/>
            </p:nvCxnSpPr>
            <p:spPr>
              <a:xfrm>
                <a:off x="8462798" y="3329480"/>
                <a:ext cx="0" cy="341586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D47298A-D809-FF65-A995-A35D67136729}"/>
                  </a:ext>
                </a:extLst>
              </p:cNvPr>
              <p:cNvCxnSpPr>
                <a:cxnSpLocks/>
                <a:endCxn id="37" idx="0"/>
              </p:cNvCxnSpPr>
              <p:nvPr/>
            </p:nvCxnSpPr>
            <p:spPr>
              <a:xfrm flipH="1">
                <a:off x="9030356" y="3337179"/>
                <a:ext cx="3409" cy="3415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34229F0-94F3-534E-A55A-AD26531B9E33}"/>
                  </a:ext>
                </a:extLst>
              </p:cNvPr>
              <p:cNvCxnSpPr>
                <a:cxnSpLocks/>
                <a:stCxn id="35" idx="4"/>
              </p:cNvCxnSpPr>
              <p:nvPr/>
            </p:nvCxnSpPr>
            <p:spPr>
              <a:xfrm>
                <a:off x="9655857" y="3329480"/>
                <a:ext cx="0" cy="34158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4C2840-D6E9-5414-3B0E-C5F88793615F}"/>
                </a:ext>
              </a:extLst>
            </p:cNvPr>
            <p:cNvSpPr txBox="1"/>
            <p:nvPr/>
          </p:nvSpPr>
          <p:spPr>
            <a:xfrm>
              <a:off x="8304957" y="326253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A7C88BE-4D2D-2E13-3E1F-01229CD75627}"/>
                </a:ext>
              </a:extLst>
            </p:cNvPr>
            <p:cNvSpPr txBox="1"/>
            <p:nvPr/>
          </p:nvSpPr>
          <p:spPr>
            <a:xfrm>
              <a:off x="9559120" y="3247908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9652C6-A7CC-B37D-1052-158B869564A6}"/>
                </a:ext>
              </a:extLst>
            </p:cNvPr>
            <p:cNvSpPr txBox="1"/>
            <p:nvPr/>
          </p:nvSpPr>
          <p:spPr>
            <a:xfrm>
              <a:off x="9532849" y="534542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1AB6EA-3D69-0A4B-0C19-778C65F45A7A}"/>
                </a:ext>
              </a:extLst>
            </p:cNvPr>
            <p:cNvSpPr txBox="1"/>
            <p:nvPr/>
          </p:nvSpPr>
          <p:spPr>
            <a:xfrm>
              <a:off x="8326136" y="531166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6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9BBFD03-1AFA-FE95-5F04-40D397ED20BF}"/>
                </a:ext>
              </a:extLst>
            </p:cNvPr>
            <p:cNvSpPr txBox="1"/>
            <p:nvPr/>
          </p:nvSpPr>
          <p:spPr>
            <a:xfrm>
              <a:off x="10855438" y="324019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188D64-1C53-8114-F91F-21B0F16792B1}"/>
                </a:ext>
              </a:extLst>
            </p:cNvPr>
            <p:cNvSpPr txBox="1"/>
            <p:nvPr/>
          </p:nvSpPr>
          <p:spPr>
            <a:xfrm>
              <a:off x="10885379" y="5337713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>
                  <a:solidFill>
                    <a:srgbClr val="FF0000"/>
                  </a:solidFill>
                  <a:highlight>
                    <a:srgbClr val="00FFFF"/>
                  </a:highlight>
                </a:rPr>
                <a:t>3</a:t>
              </a:r>
            </a:p>
          </p:txBody>
        </p:sp>
      </p:grpSp>
      <p:sp>
        <p:nvSpPr>
          <p:cNvPr id="46" name="Striped Right Arrow 45">
            <a:extLst>
              <a:ext uri="{FF2B5EF4-FFF2-40B4-BE49-F238E27FC236}">
                <a16:creationId xmlns:a16="http://schemas.microsoft.com/office/drawing/2014/main" id="{C3B829B0-B46F-71FD-2EDD-E12C26DECA68}"/>
              </a:ext>
            </a:extLst>
          </p:cNvPr>
          <p:cNvSpPr/>
          <p:nvPr/>
        </p:nvSpPr>
        <p:spPr>
          <a:xfrm>
            <a:off x="5261165" y="4652664"/>
            <a:ext cx="2080085" cy="648388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539468B-A738-B392-44FF-8295E0FCEB39}"/>
              </a:ext>
            </a:extLst>
          </p:cNvPr>
          <p:cNvCxnSpPr>
            <a:cxnSpLocks/>
          </p:cNvCxnSpPr>
          <p:nvPr/>
        </p:nvCxnSpPr>
        <p:spPr>
          <a:xfrm flipV="1">
            <a:off x="2009631" y="4634930"/>
            <a:ext cx="0" cy="832702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062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73BF116-90FC-EB3D-D6ED-D3CF574F9A8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dirty="0"/>
                  <a:t>The Happiness Directed Graph</a:t>
                </a:r>
                <a:r>
                  <a:rPr lang="en-AU" b="0" dirty="0"/>
                  <a:t>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73BF116-90FC-EB3D-D6ED-D3CF574F9A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6548FD-9A54-2700-A446-81912B745A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b="0" dirty="0"/>
                  <a:t>Define a directed graph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AU" dirty="0"/>
                  <a:t> on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AU" dirty="0"/>
              </a:p>
              <a:p>
                <a:r>
                  <a:rPr lang="en-AU" dirty="0"/>
                  <a:t>For any edge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b="0" dirty="0">
                    <a:latin typeface="Cambria Math" panose="02040503050406030204" pitchFamily="18" charset="0"/>
                  </a:rPr>
                  <a:t> , we introduce a directed edge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AU" b="0" dirty="0">
                    <a:latin typeface="Cambria Math" panose="020405030504060302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AU" b="0" dirty="0">
                    <a:latin typeface="Cambria Math" panose="020405030504060302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AU" b="0" dirty="0">
                    <a:latin typeface="Cambria Math" panose="02040503050406030204" pitchFamily="18" charset="0"/>
                  </a:rPr>
                  <a:t> will be decreased by 1 after swapping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AU" dirty="0"/>
                  <a:t>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AU" dirty="0">
                    <a:latin typeface="Cambria Math" panose="02040503050406030204" pitchFamily="18" charset="0"/>
                  </a:rPr>
                  <a:t> may hold together</a:t>
                </a:r>
              </a:p>
              <a:p>
                <a:pPr marL="0" indent="0">
                  <a:buNone/>
                </a:pPr>
                <a:r>
                  <a:rPr lang="en-AU" dirty="0">
                    <a:latin typeface="Cambria Math" panose="02040503050406030204" pitchFamily="18" charset="0"/>
                  </a:rPr>
                  <a:t>A chain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AU" dirty="0">
                    <a:latin typeface="Cambria Math" panose="020405030504060302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AU" dirty="0">
                    <a:latin typeface="Cambria Math" panose="02040503050406030204" pitchFamily="18" charset="0"/>
                  </a:rPr>
                  <a:t> is a </a:t>
                </a:r>
                <a:r>
                  <a:rPr lang="en-AU" dirty="0">
                    <a:solidFill>
                      <a:srgbClr val="021BFF"/>
                    </a:solidFill>
                    <a:latin typeface="Cambria Math" panose="02040503050406030204" pitchFamily="18" charset="0"/>
                  </a:rPr>
                  <a:t>happy swap chain</a:t>
                </a:r>
                <a:r>
                  <a:rPr lang="en-AU" dirty="0">
                    <a:latin typeface="Cambria Math" panose="02040503050406030204" pitchFamily="18" charset="0"/>
                  </a:rPr>
                  <a:t> if every swapped token reduces its distance by at least one. </a:t>
                </a:r>
              </a:p>
              <a:p>
                <a:pPr marL="0" indent="0">
                  <a:buNone/>
                </a:pPr>
                <a:endParaRPr lang="en-AU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6548FD-9A54-2700-A446-81912B745A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326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E9E0-E855-2A62-7A1C-2075DE3A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 descr="A diagram of a network&#10;&#10;Description automatically generated">
            <a:extLst>
              <a:ext uri="{FF2B5EF4-FFF2-40B4-BE49-F238E27FC236}">
                <a16:creationId xmlns:a16="http://schemas.microsoft.com/office/drawing/2014/main" id="{250E009E-D980-51F4-4B1C-59BCD000A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3150" y="2299494"/>
            <a:ext cx="7505700" cy="3403600"/>
          </a:xfrm>
        </p:spPr>
      </p:pic>
    </p:spTree>
    <p:extLst>
      <p:ext uri="{BB962C8B-B14F-4D97-AF65-F5344CB8AC3E}">
        <p14:creationId xmlns:p14="http://schemas.microsoft.com/office/powerpoint/2010/main" val="760478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97E2-72F0-5DE7-76FD-F5C64E0D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Lemmas and Facts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259895-B286-440E-B61A-4D6472EB7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A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AU" dirty="0"/>
              </a:p>
              <a:p>
                <a:r>
                  <a:rPr lang="en-AU" dirty="0"/>
                  <a:t>Every swap reduces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/>
                  <a:t> by at most 2.</a:t>
                </a:r>
              </a:p>
              <a:p>
                <a:r>
                  <a:rPr lang="en-AU" dirty="0"/>
                  <a:t>Any solution needs at least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/2 </m:t>
                    </m:r>
                  </m:oMath>
                </a14:m>
                <a:r>
                  <a:rPr lang="en-AU" dirty="0"/>
                  <a:t>swaps.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>
                    <a:latin typeface="Cambria Math" panose="02040503050406030204" pitchFamily="18" charset="0"/>
                  </a:rPr>
                  <a:t>Lemma: </a:t>
                </a:r>
                <a:r>
                  <a:rPr lang="en-AU" i="1" dirty="0">
                    <a:latin typeface="Cambria Math" panose="02040503050406030204" pitchFamily="18" charset="0"/>
                  </a:rPr>
                  <a:t>Suppose there is at least one token out of place. Then there is a happy swap cycle or an unhappy swap.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Lemma: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dirty="0"/>
                  <a:t> be a token on vertex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AU" dirty="0"/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dirty="0"/>
                  <a:t> participates in an unhappy swap, then the next swap involving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dirty="0"/>
                  <a:t> will be a happy swap.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259895-B286-440E-B61A-4D6472EB7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6570" r="-483" b="-29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105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66DAA-5580-7971-776E-43F229726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4-Approximate Token Swapping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B5E36-BCBB-5313-EA94-F4E54CEAD4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AU" dirty="0"/>
                  <a:t>Search for a happy swap cycle or unhappy swap</a:t>
                </a:r>
              </a:p>
              <a:p>
                <a:r>
                  <a:rPr lang="en-AU" dirty="0"/>
                  <a:t>Perform the found happy swap cycle or unhappy swap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Theorem: Any sequence of happy swap chains and unhappy swaps is at most 4 times as long as an optimal sequence of swaps on general graphs.</a:t>
                </a:r>
              </a:p>
              <a:p>
                <a:pPr marL="0" indent="0">
                  <a:buNone/>
                </a:pPr>
                <a:r>
                  <a:rPr lang="en-AU" dirty="0"/>
                  <a:t>Proof: We need at least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/2 </m:t>
                    </m:r>
                  </m:oMath>
                </a14:m>
                <a:r>
                  <a:rPr lang="en-AU" dirty="0"/>
                  <a:t>swaps. </a:t>
                </a:r>
              </a:p>
              <a:p>
                <a:pPr marL="0" indent="0" algn="ctr">
                  <a:buNone/>
                </a:pPr>
                <a:r>
                  <a:rPr lang="en-AU" dirty="0"/>
                  <a:t>#(happy swaps)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dirty="0"/>
              </a:p>
              <a:p>
                <a:pPr marL="0" indent="0" algn="ctr">
                  <a:buNone/>
                </a:pPr>
                <a:r>
                  <a:rPr lang="en-AU" dirty="0"/>
                  <a:t>#(unhappy swaps)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AU" dirty="0"/>
                      <m:t>#(</m:t>
                    </m:r>
                    <m:r>
                      <m:rPr>
                        <m:nor/>
                      </m:rPr>
                      <a:rPr lang="en-AU" dirty="0"/>
                      <m:t>happy</m:t>
                    </m:r>
                    <m:r>
                      <m:rPr>
                        <m:nor/>
                      </m:rPr>
                      <a:rPr lang="en-AU" dirty="0"/>
                      <m:t> </m:t>
                    </m:r>
                    <m:r>
                      <m:rPr>
                        <m:nor/>
                      </m:rPr>
                      <a:rPr lang="en-AU" dirty="0"/>
                      <m:t>swaps</m:t>
                    </m:r>
                    <m:r>
                      <m:rPr>
                        <m:nor/>
                      </m:rPr>
                      <a:rPr lang="en-AU" dirty="0"/>
                      <m:t>)</m:t>
                    </m:r>
                  </m:oMath>
                </a14:m>
                <a:endParaRPr lang="en-AU" dirty="0"/>
              </a:p>
              <a:p>
                <a:pPr marL="0" indent="0" algn="ctr">
                  <a:buNone/>
                </a:pPr>
                <a:r>
                  <a:rPr lang="en-AU" dirty="0"/>
                  <a:t>#swaps = #(unhappy swaps) + #(happy swaps) </a:t>
                </a:r>
                <a14:m>
                  <m:oMath xmlns:m="http://schemas.openxmlformats.org/officeDocument/2006/math">
                    <m:r>
                      <a:rPr lang="en-AU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AU" dirty="0"/>
                      <m:t>#(</m:t>
                    </m:r>
                    <m:r>
                      <m:rPr>
                        <m:nor/>
                      </m:rPr>
                      <a:rPr lang="en-AU" dirty="0"/>
                      <m:t>happy</m:t>
                    </m:r>
                    <m:r>
                      <m:rPr>
                        <m:nor/>
                      </m:rPr>
                      <a:rPr lang="en-AU" dirty="0"/>
                      <m:t> </m:t>
                    </m:r>
                    <m:r>
                      <m:rPr>
                        <m:nor/>
                      </m:rPr>
                      <a:rPr lang="en-AU" dirty="0"/>
                      <m:t>swaps</m:t>
                    </m:r>
                    <m:r>
                      <m:rPr>
                        <m:nor/>
                      </m:rPr>
                      <a:rPr lang="en-AU" dirty="0"/>
                      <m:t>)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/>
                  <a:t>.</a:t>
                </a:r>
              </a:p>
              <a:p>
                <a:pPr marL="0" indent="0" algn="ctr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B5E36-BCBB-5313-EA94-F4E54CEAD4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r="-9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379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208B-721D-D9D5-8DBA-F202EFFD2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happy chain that is not a part of a happy cycle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7C2F32-0EC1-7CC2-EEEF-4C6584AD6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730" y="1825625"/>
            <a:ext cx="90725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05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F3EB-55A3-D028-CB7E-78329863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1189" cy="1325563"/>
          </a:xfrm>
        </p:spPr>
        <p:txBody>
          <a:bodyPr/>
          <a:lstStyle/>
          <a:p>
            <a:r>
              <a:rPr lang="en-AU" dirty="0"/>
              <a:t>Token Swapping without a fixed target mapping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B8EFD5-41BB-7D12-E269-1DA6AF15392B}"/>
              </a:ext>
            </a:extLst>
          </p:cNvPr>
          <p:cNvGrpSpPr/>
          <p:nvPr/>
        </p:nvGrpSpPr>
        <p:grpSpPr>
          <a:xfrm>
            <a:off x="6925567" y="1912180"/>
            <a:ext cx="2515786" cy="2344552"/>
            <a:chOff x="8247336" y="672661"/>
            <a:chExt cx="1417009" cy="134129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23F6C9-6188-192F-7EDE-6F636EEA9C49}"/>
                </a:ext>
              </a:extLst>
            </p:cNvPr>
            <p:cNvSpPr/>
            <p:nvPr/>
          </p:nvSpPr>
          <p:spPr>
            <a:xfrm>
              <a:off x="8247336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0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235237-8169-4555-B7A4-ACC23A3EB1DB}"/>
                </a:ext>
              </a:extLst>
            </p:cNvPr>
            <p:cNvSpPr/>
            <p:nvPr/>
          </p:nvSpPr>
          <p:spPr>
            <a:xfrm>
              <a:off x="8837580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38180DC-FB40-D38E-0224-43386C2180B0}"/>
                </a:ext>
              </a:extLst>
            </p:cNvPr>
            <p:cNvSpPr/>
            <p:nvPr/>
          </p:nvSpPr>
          <p:spPr>
            <a:xfrm>
              <a:off x="8839283" y="1798519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36A5270-A152-584E-1B46-1357DE141E3E}"/>
                </a:ext>
              </a:extLst>
            </p:cNvPr>
            <p:cNvSpPr/>
            <p:nvPr/>
          </p:nvSpPr>
          <p:spPr>
            <a:xfrm>
              <a:off x="8253801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6A4F7C-3DA5-4221-DF5A-E4B0522DE622}"/>
                </a:ext>
              </a:extLst>
            </p:cNvPr>
            <p:cNvSpPr/>
            <p:nvPr/>
          </p:nvSpPr>
          <p:spPr>
            <a:xfrm>
              <a:off x="8834288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25E80-8850-0189-1CEF-C44B85F79F8B}"/>
                </a:ext>
              </a:extLst>
            </p:cNvPr>
            <p:cNvSpPr/>
            <p:nvPr/>
          </p:nvSpPr>
          <p:spPr>
            <a:xfrm>
              <a:off x="9433117" y="1803750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2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CC8ADA8-0667-F343-7380-315682BF84E4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478564" y="777765"/>
              <a:ext cx="35901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2D1968-0998-F722-DFCB-26ACF170E44D}"/>
                </a:ext>
              </a:extLst>
            </p:cNvPr>
            <p:cNvCxnSpPr>
              <a:cxnSpLocks/>
              <a:stCxn id="5" idx="4"/>
              <a:endCxn id="8" idx="0"/>
            </p:cNvCxnSpPr>
            <p:nvPr/>
          </p:nvCxnSpPr>
          <p:spPr>
            <a:xfrm flipH="1">
              <a:off x="8949902" y="882868"/>
              <a:ext cx="3292" cy="34158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57A103-ACE8-E324-0668-E8AB5AA2D5D3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>
              <a:off x="8355067" y="882868"/>
              <a:ext cx="7883" cy="341585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6EAA95-B09E-3852-29EC-7F9D6A64BC22}"/>
                </a:ext>
              </a:extLst>
            </p:cNvPr>
            <p:cNvCxnSpPr/>
            <p:nvPr/>
          </p:nvCxnSpPr>
          <p:spPr>
            <a:xfrm>
              <a:off x="9070511" y="1908853"/>
              <a:ext cx="35209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5B17F6-8611-1E8F-6647-2838681D26AD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 flipH="1">
              <a:off x="8949902" y="1434661"/>
              <a:ext cx="1" cy="356202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95551D5-5315-6BC1-E0F0-6619DCB180F6}"/>
              </a:ext>
            </a:extLst>
          </p:cNvPr>
          <p:cNvGrpSpPr/>
          <p:nvPr/>
        </p:nvGrpSpPr>
        <p:grpSpPr>
          <a:xfrm>
            <a:off x="8830284" y="4789445"/>
            <a:ext cx="3029799" cy="1781880"/>
            <a:chOff x="8347184" y="3119273"/>
            <a:chExt cx="1425094" cy="77354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A07A351-3DB6-C174-A1C1-D47F5007D64E}"/>
                </a:ext>
              </a:extLst>
            </p:cNvPr>
            <p:cNvSpPr/>
            <p:nvPr/>
          </p:nvSpPr>
          <p:spPr>
            <a:xfrm>
              <a:off x="8347184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0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15E54E-D4A9-A99D-217F-B4652856B92E}"/>
                </a:ext>
              </a:extLst>
            </p:cNvPr>
            <p:cNvSpPr/>
            <p:nvPr/>
          </p:nvSpPr>
          <p:spPr>
            <a:xfrm>
              <a:off x="8930508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2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0228BF5-C588-E7E1-45C8-6A7DFFEDC1C1}"/>
                </a:ext>
              </a:extLst>
            </p:cNvPr>
            <p:cNvSpPr/>
            <p:nvPr/>
          </p:nvSpPr>
          <p:spPr>
            <a:xfrm>
              <a:off x="9540243" y="3119273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4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EBD6015-ECAA-9A8D-88EF-EA2DB5CCDC54}"/>
                </a:ext>
              </a:extLst>
            </p:cNvPr>
            <p:cNvSpPr/>
            <p:nvPr/>
          </p:nvSpPr>
          <p:spPr>
            <a:xfrm>
              <a:off x="8347184" y="36710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07DAF0A-5208-DEE3-D9BA-E2C074BF6C5E}"/>
                </a:ext>
              </a:extLst>
            </p:cNvPr>
            <p:cNvSpPr/>
            <p:nvPr/>
          </p:nvSpPr>
          <p:spPr>
            <a:xfrm>
              <a:off x="8914742" y="3678766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3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B1C0C08-CCB0-0669-58FF-39CA9A13B2AF}"/>
                </a:ext>
              </a:extLst>
            </p:cNvPr>
            <p:cNvSpPr/>
            <p:nvPr/>
          </p:nvSpPr>
          <p:spPr>
            <a:xfrm>
              <a:off x="9541050" y="3682615"/>
              <a:ext cx="231228" cy="21020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5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15501B-3F88-859B-06C3-C7F95CF2C1F3}"/>
                </a:ext>
              </a:extLst>
            </p:cNvPr>
            <p:cNvCxnSpPr/>
            <p:nvPr/>
          </p:nvCxnSpPr>
          <p:spPr>
            <a:xfrm>
              <a:off x="8571594" y="3215427"/>
              <a:ext cx="352096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35B509-BD03-28D1-1BD5-13D90A00166C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9161736" y="3215427"/>
              <a:ext cx="378372" cy="89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8742BCD-2370-EC8F-6AFB-D4C13E781061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8578412" y="3783868"/>
              <a:ext cx="336330" cy="2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9B6015F-F26C-75E2-6810-A18511E66A6C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9145970" y="3783870"/>
              <a:ext cx="395080" cy="384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2F6A16-4015-5138-D1A9-5FC054D5B1F6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8462798" y="3329480"/>
              <a:ext cx="0" cy="341586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E3E55-4CBC-C6D7-A683-24EE3ABBD247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9030356" y="3337179"/>
              <a:ext cx="3409" cy="341587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FD2F02B-F726-8782-FD56-FD44B947CCE4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>
              <a:off x="9655857" y="3329480"/>
              <a:ext cx="0" cy="34158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0AFB5DD-2D5C-1782-73AE-D475D0042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9651" y="1927708"/>
                <a:ext cx="585162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Given an AG, a circuit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d>
                      <m:dPr>
                        <m:begChr m:val="⟨"/>
                        <m:endChr m:val="⟩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5,0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interaction graph of C is embeddable in AG. </a:t>
                </a:r>
              </a:p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you find a minimal sequence of SWAPs such that any gate in C can be executed</a:t>
                </a:r>
                <a:r>
                  <a:rPr lang="en-AU" dirty="0"/>
                  <a:t>? 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0AFB5DD-2D5C-1782-73AE-D475D0042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51" y="1927708"/>
                <a:ext cx="5851626" cy="4351338"/>
              </a:xfrm>
              <a:prstGeom prst="rect">
                <a:avLst/>
              </a:prstGeom>
              <a:blipFill>
                <a:blip r:embed="rId2"/>
                <a:stretch>
                  <a:fillRect l="-1948" t="-2326" r="-17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A09CA1F-6E00-02AA-869A-CA057D7668F0}"/>
              </a:ext>
            </a:extLst>
          </p:cNvPr>
          <p:cNvSpPr txBox="1"/>
          <p:nvPr/>
        </p:nvSpPr>
        <p:spPr>
          <a:xfrm>
            <a:off x="7559041" y="5202936"/>
            <a:ext cx="1600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The </a:t>
            </a:r>
          </a:p>
          <a:p>
            <a:pPr algn="ctr"/>
            <a:r>
              <a:rPr lang="en-AU" dirty="0"/>
              <a:t>Architecture </a:t>
            </a:r>
          </a:p>
          <a:p>
            <a:pPr algn="ctr"/>
            <a:r>
              <a:rPr lang="en-AU" dirty="0"/>
              <a:t>Graph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1F9F5-8F3F-32A1-ABD2-F2E8834EC684}"/>
              </a:ext>
            </a:extLst>
          </p:cNvPr>
          <p:cNvSpPr txBox="1"/>
          <p:nvPr/>
        </p:nvSpPr>
        <p:spPr>
          <a:xfrm>
            <a:off x="8183460" y="372983"/>
            <a:ext cx="2765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interaction graph of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032992-CE13-72BE-C2A2-DBDAAC8EC3CD}"/>
                  </a:ext>
                </a:extLst>
              </p:cNvPr>
              <p:cNvSpPr txBox="1"/>
              <p:nvPr/>
            </p:nvSpPr>
            <p:spPr>
              <a:xfrm>
                <a:off x="8032134" y="739845"/>
                <a:ext cx="3181965" cy="668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𝑑𝑖𝑠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𝑑𝑖𝑠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𝐴𝐺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.0,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.1)</m:t>
                    </m:r>
                  </m:oMath>
                </a14:m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marL="0" indent="0" algn="ctr">
                  <a:buNone/>
                </a:pP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g=(g.0, g.1) is a CNOT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032992-CE13-72BE-C2A2-DBDAAC8EC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134" y="739845"/>
                <a:ext cx="3181965" cy="668901"/>
              </a:xfrm>
              <a:prstGeom prst="rect">
                <a:avLst/>
              </a:prstGeom>
              <a:blipFill>
                <a:blip r:embed="rId3"/>
                <a:stretch>
                  <a:fillRect t="-3774" b="-150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EA58DC-3A2E-D005-0C3E-C0203C5DED05}"/>
                  </a:ext>
                </a:extLst>
              </p:cNvPr>
              <p:cNvSpPr txBox="1"/>
              <p:nvPr/>
            </p:nvSpPr>
            <p:spPr>
              <a:xfrm>
                <a:off x="9052199" y="1808190"/>
                <a:ext cx="1798505" cy="147732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𝐴𝐺</m:t>
                          </m:r>
                        </m:sub>
                      </m:sSub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0,5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𝐴𝐺</m:t>
                          </m:r>
                        </m:sub>
                      </m:sSub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0,3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𝐴𝐺</m:t>
                          </m:r>
                        </m:sub>
                      </m:sSub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3,4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𝐴𝐺</m:t>
                          </m:r>
                        </m:sub>
                      </m:sSub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4,1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𝐴𝐺</m:t>
                          </m:r>
                        </m:sub>
                      </m:sSub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EA58DC-3A2E-D005-0C3E-C0203C5DE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199" y="1808190"/>
                <a:ext cx="1798505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809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F3EB-55A3-D028-CB7E-78329863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646" y="196217"/>
            <a:ext cx="4013697" cy="1325563"/>
          </a:xfrm>
        </p:spPr>
        <p:txBody>
          <a:bodyPr/>
          <a:lstStyle/>
          <a:p>
            <a:r>
              <a:rPr lang="en-AU" dirty="0"/>
              <a:t>Greedy Search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B8EFD5-41BB-7D12-E269-1DA6AF15392B}"/>
              </a:ext>
            </a:extLst>
          </p:cNvPr>
          <p:cNvGrpSpPr/>
          <p:nvPr/>
        </p:nvGrpSpPr>
        <p:grpSpPr>
          <a:xfrm>
            <a:off x="7496904" y="3461650"/>
            <a:ext cx="1296328" cy="1971668"/>
            <a:chOff x="8232984" y="672661"/>
            <a:chExt cx="837527" cy="133606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23F6C9-6188-192F-7EDE-6F636EEA9C49}"/>
                </a:ext>
              </a:extLst>
            </p:cNvPr>
            <p:cNvSpPr/>
            <p:nvPr/>
          </p:nvSpPr>
          <p:spPr>
            <a:xfrm>
              <a:off x="8247336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0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235237-8169-4555-B7A4-ACC23A3EB1DB}"/>
                </a:ext>
              </a:extLst>
            </p:cNvPr>
            <p:cNvSpPr/>
            <p:nvPr/>
          </p:nvSpPr>
          <p:spPr>
            <a:xfrm>
              <a:off x="8837580" y="672661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38180DC-FB40-D38E-0224-43386C2180B0}"/>
                </a:ext>
              </a:extLst>
            </p:cNvPr>
            <p:cNvSpPr/>
            <p:nvPr/>
          </p:nvSpPr>
          <p:spPr>
            <a:xfrm>
              <a:off x="8839283" y="1798519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36A5270-A152-584E-1B46-1357DE141E3E}"/>
                </a:ext>
              </a:extLst>
            </p:cNvPr>
            <p:cNvSpPr/>
            <p:nvPr/>
          </p:nvSpPr>
          <p:spPr>
            <a:xfrm>
              <a:off x="8253801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6A4F7C-3DA5-4221-DF5A-E4B0522DE622}"/>
                </a:ext>
              </a:extLst>
            </p:cNvPr>
            <p:cNvSpPr/>
            <p:nvPr/>
          </p:nvSpPr>
          <p:spPr>
            <a:xfrm>
              <a:off x="8834288" y="1224454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25E80-8850-0189-1CEF-C44B85F79F8B}"/>
                </a:ext>
              </a:extLst>
            </p:cNvPr>
            <p:cNvSpPr/>
            <p:nvPr/>
          </p:nvSpPr>
          <p:spPr>
            <a:xfrm>
              <a:off x="8232984" y="1797080"/>
              <a:ext cx="231228" cy="21020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2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CC8ADA8-0667-F343-7380-315682BF84E4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478564" y="777765"/>
              <a:ext cx="35901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2D1968-0998-F722-DFCB-26ACF170E44D}"/>
                </a:ext>
              </a:extLst>
            </p:cNvPr>
            <p:cNvCxnSpPr>
              <a:cxnSpLocks/>
              <a:stCxn id="5" idx="4"/>
              <a:endCxn id="8" idx="0"/>
            </p:cNvCxnSpPr>
            <p:nvPr/>
          </p:nvCxnSpPr>
          <p:spPr>
            <a:xfrm flipH="1">
              <a:off x="8949902" y="882868"/>
              <a:ext cx="3292" cy="34158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57A103-ACE8-E324-0668-E8AB5AA2D5D3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>
              <a:off x="8355067" y="882868"/>
              <a:ext cx="7883" cy="341585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6EAA95-B09E-3852-29EC-7F9D6A64BC22}"/>
                </a:ext>
              </a:extLst>
            </p:cNvPr>
            <p:cNvCxnSpPr/>
            <p:nvPr/>
          </p:nvCxnSpPr>
          <p:spPr>
            <a:xfrm>
              <a:off x="8473077" y="1901670"/>
              <a:ext cx="35209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5B17F6-8611-1E8F-6647-2838681D26AD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 flipH="1">
              <a:off x="8949902" y="1434661"/>
              <a:ext cx="1" cy="356202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0AFB5DD-2D5C-1782-73AE-D475D0042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9651" y="1927708"/>
                <a:ext cx="585162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Only one gate</a:t>
                </a:r>
                <a:r>
                  <a:rPr lang="en-AU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4,1</m:t>
                        </m:r>
                      </m:e>
                    </m:d>
                  </m:oMath>
                </a14:m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not executable. To reduce the distance, we need swap either 0, 2 or 2, 4 </a:t>
                </a:r>
              </a:p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Greedy search (always select the swap which can mostly reduce </a:t>
                </a:r>
                <a:r>
                  <a:rPr lang="en-AU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may fail!</a:t>
                </a:r>
              </a:p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Applying swap path 3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itchFamily="2" charset="2"/>
                  </a:rPr>
                  <a:t>-2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itchFamily="2" charset="2"/>
                  </a:rPr>
                  <a:t>4, we obtain the middle state, and then solve the case by swapping 4 and 5.</a:t>
                </a:r>
              </a:p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itchFamily="2" charset="2"/>
                  </a:rPr>
                  <a:t>The optimal solution is swap(2,4) and swap(3,5). </a:t>
                </a:r>
              </a:p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itchFamily="2" charset="2"/>
                  </a:rPr>
                  <a:t>This suggests we may need consider each combination of swaps as an act!</a:t>
                </a:r>
                <a:endParaRPr lang="en-AU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0AFB5DD-2D5C-1782-73AE-D475D0042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51" y="1927708"/>
                <a:ext cx="5851626" cy="4351338"/>
              </a:xfrm>
              <a:prstGeom prst="rect">
                <a:avLst/>
              </a:prstGeom>
              <a:blipFill>
                <a:blip r:embed="rId3"/>
                <a:stretch>
                  <a:fillRect l="-1732" t="-3488" r="-19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EA58DC-3A2E-D005-0C3E-C0203C5DED05}"/>
                  </a:ext>
                </a:extLst>
              </p:cNvPr>
              <p:cNvSpPr txBox="1"/>
              <p:nvPr/>
            </p:nvSpPr>
            <p:spPr>
              <a:xfrm>
                <a:off x="7124000" y="1824611"/>
                <a:ext cx="2111091" cy="92333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=1&gt;0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𝑏𝑢𝑡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𝑠𝑤𝑎𝑝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𝑐𝑎𝑛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r>
                  <a:rPr lang="en-AU" dirty="0">
                    <a:ea typeface="Cambria Math" panose="02040503050406030204" pitchFamily="18" charset="0"/>
                  </a:rPr>
                  <a:t>reduce the distance!</a:t>
                </a:r>
                <a:endParaRPr lang="en-AU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EA58DC-3A2E-D005-0C3E-C0203C5DE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000" y="1824611"/>
                <a:ext cx="2111091" cy="923330"/>
              </a:xfrm>
              <a:prstGeom prst="rect">
                <a:avLst/>
              </a:prstGeom>
              <a:blipFill>
                <a:blip r:embed="rId4"/>
                <a:stretch>
                  <a:fillRect l="-2994" r="-1198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2B3E7CFA-4C61-BB13-FE00-1808AACEBA18}"/>
              </a:ext>
            </a:extLst>
          </p:cNvPr>
          <p:cNvGrpSpPr/>
          <p:nvPr/>
        </p:nvGrpSpPr>
        <p:grpSpPr>
          <a:xfrm>
            <a:off x="9522041" y="1425320"/>
            <a:ext cx="2287784" cy="1381495"/>
            <a:chOff x="9522041" y="1425320"/>
            <a:chExt cx="2287784" cy="138149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F0559B-DB64-4B78-DF2D-15656C33270A}"/>
                </a:ext>
              </a:extLst>
            </p:cNvPr>
            <p:cNvSpPr txBox="1"/>
            <p:nvPr/>
          </p:nvSpPr>
          <p:spPr>
            <a:xfrm>
              <a:off x="10604451" y="2437483"/>
              <a:ext cx="221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0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9CDEED5-A091-72B5-401C-299CBFDDF1D5}"/>
                </a:ext>
              </a:extLst>
            </p:cNvPr>
            <p:cNvGrpSpPr/>
            <p:nvPr/>
          </p:nvGrpSpPr>
          <p:grpSpPr>
            <a:xfrm>
              <a:off x="9522041" y="1425320"/>
              <a:ext cx="2287784" cy="1380477"/>
              <a:chOff x="9815046" y="1305989"/>
              <a:chExt cx="2287784" cy="1380477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595551D5-5315-6BC1-E0F0-6619DCB180F6}"/>
                  </a:ext>
                </a:extLst>
              </p:cNvPr>
              <p:cNvGrpSpPr/>
              <p:nvPr/>
            </p:nvGrpSpPr>
            <p:grpSpPr>
              <a:xfrm>
                <a:off x="9815046" y="1533044"/>
                <a:ext cx="2144313" cy="923330"/>
                <a:chOff x="8347184" y="3119273"/>
                <a:chExt cx="1425094" cy="773549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A07A351-3DB6-C174-A1C1-D47F5007D64E}"/>
                    </a:ext>
                  </a:extLst>
                </p:cNvPr>
                <p:cNvSpPr/>
                <p:nvPr/>
              </p:nvSpPr>
              <p:spPr>
                <a:xfrm>
                  <a:off x="8347184" y="3119273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0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715E54E-D4A9-A99D-217F-B4652856B92E}"/>
                    </a:ext>
                  </a:extLst>
                </p:cNvPr>
                <p:cNvSpPr/>
                <p:nvPr/>
              </p:nvSpPr>
              <p:spPr>
                <a:xfrm>
                  <a:off x="8930508" y="3119273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2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C0228BF5-C588-E7E1-45C8-6A7DFFEDC1C1}"/>
                    </a:ext>
                  </a:extLst>
                </p:cNvPr>
                <p:cNvSpPr/>
                <p:nvPr/>
              </p:nvSpPr>
              <p:spPr>
                <a:xfrm>
                  <a:off x="9540243" y="3119273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4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AEBD6015-ECAA-9A8D-88EF-EA2DB5CCDC54}"/>
                    </a:ext>
                  </a:extLst>
                </p:cNvPr>
                <p:cNvSpPr/>
                <p:nvPr/>
              </p:nvSpPr>
              <p:spPr>
                <a:xfrm>
                  <a:off x="8347184" y="3671066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1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307DAF0A-5208-DEE3-D9BA-E2C074BF6C5E}"/>
                    </a:ext>
                  </a:extLst>
                </p:cNvPr>
                <p:cNvSpPr/>
                <p:nvPr/>
              </p:nvSpPr>
              <p:spPr>
                <a:xfrm>
                  <a:off x="8914742" y="3678766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3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2B1C0C08-CCB0-0669-58FF-39CA9A13B2AF}"/>
                    </a:ext>
                  </a:extLst>
                </p:cNvPr>
                <p:cNvSpPr/>
                <p:nvPr/>
              </p:nvSpPr>
              <p:spPr>
                <a:xfrm>
                  <a:off x="9541050" y="3682615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5</a:t>
                  </a:r>
                </a:p>
              </p:txBody>
            </p: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9915501B-3F88-859B-06C3-C7F95CF2C1F3}"/>
                    </a:ext>
                  </a:extLst>
                </p:cNvPr>
                <p:cNvCxnSpPr/>
                <p:nvPr/>
              </p:nvCxnSpPr>
              <p:spPr>
                <a:xfrm>
                  <a:off x="8571594" y="3215427"/>
                  <a:ext cx="352096" cy="0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FE35B509-BD03-28D1-1BD5-13D90A00166C}"/>
                    </a:ext>
                  </a:extLst>
                </p:cNvPr>
                <p:cNvCxnSpPr>
                  <a:cxnSpLocks/>
                  <a:stCxn id="12" idx="6"/>
                </p:cNvCxnSpPr>
                <p:nvPr/>
              </p:nvCxnSpPr>
              <p:spPr>
                <a:xfrm flipV="1">
                  <a:off x="9161736" y="3215427"/>
                  <a:ext cx="378372" cy="8949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88742BCD-2370-EC8F-6AFB-D4C13E781061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8578412" y="3783868"/>
                  <a:ext cx="336330" cy="2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C9B6015F-F26C-75E2-6810-A18511E66A6C}"/>
                    </a:ext>
                  </a:extLst>
                </p:cNvPr>
                <p:cNvCxnSpPr>
                  <a:cxnSpLocks/>
                  <a:stCxn id="15" idx="6"/>
                  <a:endCxn id="16" idx="2"/>
                </p:cNvCxnSpPr>
                <p:nvPr/>
              </p:nvCxnSpPr>
              <p:spPr>
                <a:xfrm>
                  <a:off x="9145970" y="3783870"/>
                  <a:ext cx="395080" cy="3849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22F6A16-4015-5138-D1A9-5FC054D5B1F6}"/>
                    </a:ext>
                  </a:extLst>
                </p:cNvPr>
                <p:cNvCxnSpPr>
                  <a:cxnSpLocks/>
                  <a:stCxn id="11" idx="4"/>
                  <a:endCxn id="14" idx="0"/>
                </p:cNvCxnSpPr>
                <p:nvPr/>
              </p:nvCxnSpPr>
              <p:spPr>
                <a:xfrm>
                  <a:off x="8462798" y="3329480"/>
                  <a:ext cx="0" cy="341586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760E3E55-4CBC-C6D7-A683-24EE3ABBD247}"/>
                    </a:ext>
                  </a:extLst>
                </p:cNvPr>
                <p:cNvCxnSpPr>
                  <a:cxnSpLocks/>
                  <a:endCxn id="15" idx="0"/>
                </p:cNvCxnSpPr>
                <p:nvPr/>
              </p:nvCxnSpPr>
              <p:spPr>
                <a:xfrm flipH="1">
                  <a:off x="9030356" y="3337179"/>
                  <a:ext cx="3409" cy="341587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FD2F02B-F726-8782-FD56-FD44B947CCE4}"/>
                    </a:ext>
                  </a:extLst>
                </p:cNvPr>
                <p:cNvCxnSpPr>
                  <a:cxnSpLocks/>
                  <a:stCxn id="13" idx="4"/>
                </p:cNvCxnSpPr>
                <p:nvPr/>
              </p:nvCxnSpPr>
              <p:spPr>
                <a:xfrm>
                  <a:off x="9655857" y="3329480"/>
                  <a:ext cx="0" cy="341585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B2DD01-1368-3D89-BA98-23CF3B488BC6}"/>
                  </a:ext>
                </a:extLst>
              </p:cNvPr>
              <p:cNvSpPr txBox="1"/>
              <p:nvPr/>
            </p:nvSpPr>
            <p:spPr>
              <a:xfrm>
                <a:off x="10054096" y="1305989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1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6E2F56-E64B-8122-3359-6EDBE7AF4F07}"/>
                  </a:ext>
                </a:extLst>
              </p:cNvPr>
              <p:cNvSpPr txBox="1"/>
              <p:nvPr/>
            </p:nvSpPr>
            <p:spPr>
              <a:xfrm>
                <a:off x="10948552" y="1309753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3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4D4E581-70E8-3F6F-B1C1-EC18BB1B3A64}"/>
                  </a:ext>
                </a:extLst>
              </p:cNvPr>
              <p:cNvSpPr txBox="1"/>
              <p:nvPr/>
            </p:nvSpPr>
            <p:spPr>
              <a:xfrm>
                <a:off x="11853551" y="1341485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4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EE8B8DC-7AA6-9143-2CFD-A9014E82B970}"/>
                  </a:ext>
                </a:extLst>
              </p:cNvPr>
              <p:cNvSpPr txBox="1"/>
              <p:nvPr/>
            </p:nvSpPr>
            <p:spPr>
              <a:xfrm>
                <a:off x="10057587" y="2317134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2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CE1F88-BC87-1C0D-CA32-D69A8BB97036}"/>
                  </a:ext>
                </a:extLst>
              </p:cNvPr>
              <p:cNvSpPr txBox="1"/>
              <p:nvPr/>
            </p:nvSpPr>
            <p:spPr>
              <a:xfrm>
                <a:off x="11864563" y="2285494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5</a:t>
                </a:r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C5AE969-5FF1-B927-19D3-84E76B1B8913}"/>
              </a:ext>
            </a:extLst>
          </p:cNvPr>
          <p:cNvGrpSpPr/>
          <p:nvPr/>
        </p:nvGrpSpPr>
        <p:grpSpPr>
          <a:xfrm>
            <a:off x="9511029" y="2970652"/>
            <a:ext cx="2287784" cy="1381495"/>
            <a:chOff x="9522041" y="1425320"/>
            <a:chExt cx="2287784" cy="1381495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E17160A-FDE1-6E47-301C-A70874928A9C}"/>
                </a:ext>
              </a:extLst>
            </p:cNvPr>
            <p:cNvSpPr txBox="1"/>
            <p:nvPr/>
          </p:nvSpPr>
          <p:spPr>
            <a:xfrm>
              <a:off x="10604451" y="2437483"/>
              <a:ext cx="221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3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1CCD7AF-60C7-96B0-A76D-DB4B513EBDAA}"/>
                </a:ext>
              </a:extLst>
            </p:cNvPr>
            <p:cNvGrpSpPr/>
            <p:nvPr/>
          </p:nvGrpSpPr>
          <p:grpSpPr>
            <a:xfrm>
              <a:off x="9522041" y="1425320"/>
              <a:ext cx="2287784" cy="1380477"/>
              <a:chOff x="9815046" y="1305989"/>
              <a:chExt cx="2287784" cy="138047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A3EFBD5A-C9CA-09A3-E172-F17DF12483DA}"/>
                  </a:ext>
                </a:extLst>
              </p:cNvPr>
              <p:cNvGrpSpPr/>
              <p:nvPr/>
            </p:nvGrpSpPr>
            <p:grpSpPr>
              <a:xfrm>
                <a:off x="9815046" y="1533044"/>
                <a:ext cx="2144313" cy="923330"/>
                <a:chOff x="8347184" y="3119273"/>
                <a:chExt cx="1425094" cy="773549"/>
              </a:xfrm>
            </p:grpSpPr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A5FF9968-171E-DF8D-1F37-8CD44FA27025}"/>
                    </a:ext>
                  </a:extLst>
                </p:cNvPr>
                <p:cNvSpPr/>
                <p:nvPr/>
              </p:nvSpPr>
              <p:spPr>
                <a:xfrm>
                  <a:off x="8347184" y="3119273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0</a:t>
                  </a: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B5F31AE2-622E-EC3E-2526-34F8FC6D8024}"/>
                    </a:ext>
                  </a:extLst>
                </p:cNvPr>
                <p:cNvSpPr/>
                <p:nvPr/>
              </p:nvSpPr>
              <p:spPr>
                <a:xfrm>
                  <a:off x="8930508" y="3119273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2</a:t>
                  </a: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D00ED33A-2F38-43D7-4220-B45585455AA8}"/>
                    </a:ext>
                  </a:extLst>
                </p:cNvPr>
                <p:cNvSpPr/>
                <p:nvPr/>
              </p:nvSpPr>
              <p:spPr>
                <a:xfrm>
                  <a:off x="9540243" y="3119273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4</a:t>
                  </a:r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561A8A5B-7977-7A0B-80DE-6D354241733B}"/>
                    </a:ext>
                  </a:extLst>
                </p:cNvPr>
                <p:cNvSpPr/>
                <p:nvPr/>
              </p:nvSpPr>
              <p:spPr>
                <a:xfrm>
                  <a:off x="8347184" y="3671066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1</a:t>
                  </a:r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00E7611A-9DA7-F80B-1EA4-B7A69444D4DA}"/>
                    </a:ext>
                  </a:extLst>
                </p:cNvPr>
                <p:cNvSpPr/>
                <p:nvPr/>
              </p:nvSpPr>
              <p:spPr>
                <a:xfrm rot="235443">
                  <a:off x="8914742" y="3678766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3</a:t>
                  </a: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8D6F2884-2DD4-67C5-1A55-E0283EA3A5C9}"/>
                    </a:ext>
                  </a:extLst>
                </p:cNvPr>
                <p:cNvSpPr/>
                <p:nvPr/>
              </p:nvSpPr>
              <p:spPr>
                <a:xfrm>
                  <a:off x="9541050" y="3682615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5</a:t>
                  </a:r>
                </a:p>
              </p:txBody>
            </p: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4B48F8B6-50A7-28BD-AAFF-8F52DBE4B3D1}"/>
                    </a:ext>
                  </a:extLst>
                </p:cNvPr>
                <p:cNvCxnSpPr/>
                <p:nvPr/>
              </p:nvCxnSpPr>
              <p:spPr>
                <a:xfrm>
                  <a:off x="8571594" y="3215427"/>
                  <a:ext cx="352096" cy="0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9F54FC65-B5B1-93A3-351C-2042E18566A3}"/>
                    </a:ext>
                  </a:extLst>
                </p:cNvPr>
                <p:cNvCxnSpPr>
                  <a:cxnSpLocks/>
                  <a:stCxn id="93" idx="6"/>
                </p:cNvCxnSpPr>
                <p:nvPr/>
              </p:nvCxnSpPr>
              <p:spPr>
                <a:xfrm flipV="1">
                  <a:off x="9161736" y="3215427"/>
                  <a:ext cx="378372" cy="8949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EC0D54A8-F0E1-3E9D-AFBA-1FFE270204B3}"/>
                    </a:ext>
                  </a:extLst>
                </p:cNvPr>
                <p:cNvCxnSpPr>
                  <a:cxnSpLocks/>
                  <a:endCxn id="96" idx="2"/>
                </p:cNvCxnSpPr>
                <p:nvPr/>
              </p:nvCxnSpPr>
              <p:spPr>
                <a:xfrm flipV="1">
                  <a:off x="8578412" y="3773896"/>
                  <a:ext cx="336601" cy="9971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897FE745-5B27-1CA7-32EF-6C602234F2B6}"/>
                    </a:ext>
                  </a:extLst>
                </p:cNvPr>
                <p:cNvCxnSpPr>
                  <a:cxnSpLocks/>
                  <a:stCxn id="96" idx="6"/>
                  <a:endCxn id="97" idx="2"/>
                </p:cNvCxnSpPr>
                <p:nvPr/>
              </p:nvCxnSpPr>
              <p:spPr>
                <a:xfrm flipV="1">
                  <a:off x="9145699" y="3787719"/>
                  <a:ext cx="395351" cy="6125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591A36C4-E764-E23C-908C-F801548C1DC8}"/>
                    </a:ext>
                  </a:extLst>
                </p:cNvPr>
                <p:cNvCxnSpPr>
                  <a:cxnSpLocks/>
                  <a:stCxn id="92" idx="4"/>
                  <a:endCxn id="95" idx="0"/>
                </p:cNvCxnSpPr>
                <p:nvPr/>
              </p:nvCxnSpPr>
              <p:spPr>
                <a:xfrm>
                  <a:off x="8462798" y="3329480"/>
                  <a:ext cx="0" cy="341586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43562466-C276-6CBE-5B3F-53B9CC9B7BCB}"/>
                    </a:ext>
                  </a:extLst>
                </p:cNvPr>
                <p:cNvCxnSpPr>
                  <a:cxnSpLocks/>
                  <a:endCxn id="96" idx="0"/>
                </p:cNvCxnSpPr>
                <p:nvPr/>
              </p:nvCxnSpPr>
              <p:spPr>
                <a:xfrm>
                  <a:off x="9033764" y="3337179"/>
                  <a:ext cx="2297" cy="341833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8421DDC-3321-E444-3014-37DDD3F2F6FA}"/>
                    </a:ext>
                  </a:extLst>
                </p:cNvPr>
                <p:cNvCxnSpPr>
                  <a:cxnSpLocks/>
                  <a:stCxn id="94" idx="4"/>
                </p:cNvCxnSpPr>
                <p:nvPr/>
              </p:nvCxnSpPr>
              <p:spPr>
                <a:xfrm>
                  <a:off x="9655857" y="3329480"/>
                  <a:ext cx="0" cy="341585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0DC96C-EAEF-D8E0-CCD8-1BA9C29CEBF1}"/>
                  </a:ext>
                </a:extLst>
              </p:cNvPr>
              <p:cNvSpPr txBox="1"/>
              <p:nvPr/>
            </p:nvSpPr>
            <p:spPr>
              <a:xfrm>
                <a:off x="10054096" y="1305989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1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F52771E-969F-F8A8-E8A1-1E43D00563AE}"/>
                  </a:ext>
                </a:extLst>
              </p:cNvPr>
              <p:cNvSpPr txBox="1"/>
              <p:nvPr/>
            </p:nvSpPr>
            <p:spPr>
              <a:xfrm>
                <a:off x="10948552" y="1309753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4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D3DA523-CD01-A3AF-C92E-0049739FB9E6}"/>
                  </a:ext>
                </a:extLst>
              </p:cNvPr>
              <p:cNvSpPr txBox="1"/>
              <p:nvPr/>
            </p:nvSpPr>
            <p:spPr>
              <a:xfrm>
                <a:off x="11853551" y="1341485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0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89A44DD-8B7E-CD0A-228C-060507E8EE6B}"/>
                  </a:ext>
                </a:extLst>
              </p:cNvPr>
              <p:cNvSpPr txBox="1"/>
              <p:nvPr/>
            </p:nvSpPr>
            <p:spPr>
              <a:xfrm>
                <a:off x="10057587" y="2317134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2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A3F56DC-6852-5E1D-883E-602779400C70}"/>
                  </a:ext>
                </a:extLst>
              </p:cNvPr>
              <p:cNvSpPr txBox="1"/>
              <p:nvPr/>
            </p:nvSpPr>
            <p:spPr>
              <a:xfrm>
                <a:off x="11864563" y="2285494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5</a:t>
                </a:r>
              </a:p>
            </p:txBody>
          </p:sp>
        </p:grp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D37641C-39A5-C0B8-B492-ECBD6FC43F80}"/>
              </a:ext>
            </a:extLst>
          </p:cNvPr>
          <p:cNvCxnSpPr/>
          <p:nvPr/>
        </p:nvCxnSpPr>
        <p:spPr>
          <a:xfrm flipV="1">
            <a:off x="10774680" y="1923868"/>
            <a:ext cx="0" cy="364693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C2B089F-AD01-AF90-DD60-72D976BC1A95}"/>
              </a:ext>
            </a:extLst>
          </p:cNvPr>
          <p:cNvCxnSpPr>
            <a:cxnSpLocks/>
          </p:cNvCxnSpPr>
          <p:nvPr/>
        </p:nvCxnSpPr>
        <p:spPr>
          <a:xfrm>
            <a:off x="10832707" y="1938814"/>
            <a:ext cx="465913" cy="0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B2BC92D-B31A-5704-DED5-4D802F50D76E}"/>
              </a:ext>
            </a:extLst>
          </p:cNvPr>
          <p:cNvCxnSpPr>
            <a:cxnSpLocks/>
          </p:cNvCxnSpPr>
          <p:nvPr/>
        </p:nvCxnSpPr>
        <p:spPr>
          <a:xfrm flipH="1" flipV="1">
            <a:off x="11348983" y="3375352"/>
            <a:ext cx="21427" cy="563825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D4F2C98-50A1-90BF-63B1-12A573BF1075}"/>
              </a:ext>
            </a:extLst>
          </p:cNvPr>
          <p:cNvGrpSpPr/>
          <p:nvPr/>
        </p:nvGrpSpPr>
        <p:grpSpPr>
          <a:xfrm>
            <a:off x="9522041" y="4625828"/>
            <a:ext cx="2287784" cy="1381495"/>
            <a:chOff x="9522041" y="1425320"/>
            <a:chExt cx="2287784" cy="1381495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3768563-941B-AF67-DFE4-C6159E431722}"/>
                </a:ext>
              </a:extLst>
            </p:cNvPr>
            <p:cNvSpPr txBox="1"/>
            <p:nvPr/>
          </p:nvSpPr>
          <p:spPr>
            <a:xfrm>
              <a:off x="10604451" y="2437483"/>
              <a:ext cx="221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3</a:t>
              </a: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DE6480DF-F3BA-9FB0-5215-42DFB1BD5698}"/>
                </a:ext>
              </a:extLst>
            </p:cNvPr>
            <p:cNvGrpSpPr/>
            <p:nvPr/>
          </p:nvGrpSpPr>
          <p:grpSpPr>
            <a:xfrm>
              <a:off x="9522041" y="1425320"/>
              <a:ext cx="2287784" cy="1380477"/>
              <a:chOff x="9815046" y="1305989"/>
              <a:chExt cx="2287784" cy="1380477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FB38C26F-E95B-EAF7-B5C8-ABAE6A5BEB2D}"/>
                  </a:ext>
                </a:extLst>
              </p:cNvPr>
              <p:cNvGrpSpPr/>
              <p:nvPr/>
            </p:nvGrpSpPr>
            <p:grpSpPr>
              <a:xfrm>
                <a:off x="9815046" y="1533044"/>
                <a:ext cx="2144313" cy="923330"/>
                <a:chOff x="8347184" y="3119273"/>
                <a:chExt cx="1425094" cy="773549"/>
              </a:xfrm>
            </p:grpSpPr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30832F7F-52AD-9EFC-CCD6-ABC91BA12DCD}"/>
                    </a:ext>
                  </a:extLst>
                </p:cNvPr>
                <p:cNvSpPr/>
                <p:nvPr/>
              </p:nvSpPr>
              <p:spPr>
                <a:xfrm>
                  <a:off x="8347184" y="3119273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0</a:t>
                  </a:r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079E6153-F7BC-CBEF-3798-FFB8EB8255E3}"/>
                    </a:ext>
                  </a:extLst>
                </p:cNvPr>
                <p:cNvSpPr/>
                <p:nvPr/>
              </p:nvSpPr>
              <p:spPr>
                <a:xfrm>
                  <a:off x="8930508" y="3119273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2</a:t>
                  </a:r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68B78DBD-7FA3-C26A-DFA6-165A85B3051B}"/>
                    </a:ext>
                  </a:extLst>
                </p:cNvPr>
                <p:cNvSpPr/>
                <p:nvPr/>
              </p:nvSpPr>
              <p:spPr>
                <a:xfrm>
                  <a:off x="9540243" y="3119273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4</a:t>
                  </a:r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16C398AC-5F27-2101-9232-FB0BE26A1DA2}"/>
                    </a:ext>
                  </a:extLst>
                </p:cNvPr>
                <p:cNvSpPr/>
                <p:nvPr/>
              </p:nvSpPr>
              <p:spPr>
                <a:xfrm>
                  <a:off x="8347184" y="3671066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1</a:t>
                  </a:r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45A4BEBF-0CC3-6335-4C39-B2A4912D2721}"/>
                    </a:ext>
                  </a:extLst>
                </p:cNvPr>
                <p:cNvSpPr/>
                <p:nvPr/>
              </p:nvSpPr>
              <p:spPr>
                <a:xfrm>
                  <a:off x="8914742" y="3678766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3</a:t>
                  </a:r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12646F8D-1D31-484B-AE02-B85CA0AD148A}"/>
                    </a:ext>
                  </a:extLst>
                </p:cNvPr>
                <p:cNvSpPr/>
                <p:nvPr/>
              </p:nvSpPr>
              <p:spPr>
                <a:xfrm>
                  <a:off x="9541050" y="3682615"/>
                  <a:ext cx="231228" cy="210207"/>
                </a:xfrm>
                <a:prstGeom prst="ellips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/>
                    <a:t>5</a:t>
                  </a:r>
                </a:p>
              </p:txBody>
            </p: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6662F919-D495-2D43-E448-143E9E920CCF}"/>
                    </a:ext>
                  </a:extLst>
                </p:cNvPr>
                <p:cNvCxnSpPr/>
                <p:nvPr/>
              </p:nvCxnSpPr>
              <p:spPr>
                <a:xfrm>
                  <a:off x="8571594" y="3215427"/>
                  <a:ext cx="352096" cy="0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1315AC63-EDD5-DEAD-1FA1-5A4ACC3CB609}"/>
                    </a:ext>
                  </a:extLst>
                </p:cNvPr>
                <p:cNvCxnSpPr>
                  <a:cxnSpLocks/>
                  <a:stCxn id="122" idx="6"/>
                </p:cNvCxnSpPr>
                <p:nvPr/>
              </p:nvCxnSpPr>
              <p:spPr>
                <a:xfrm flipV="1">
                  <a:off x="9161736" y="3215427"/>
                  <a:ext cx="378372" cy="8949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BD6FB3C8-7D88-17CB-2F68-F361F8724B81}"/>
                    </a:ext>
                  </a:extLst>
                </p:cNvPr>
                <p:cNvCxnSpPr>
                  <a:cxnSpLocks/>
                  <a:endCxn id="125" idx="2"/>
                </p:cNvCxnSpPr>
                <p:nvPr/>
              </p:nvCxnSpPr>
              <p:spPr>
                <a:xfrm>
                  <a:off x="8578412" y="3783868"/>
                  <a:ext cx="336330" cy="2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A367957C-44CE-22DB-BBB2-83DEAAEDD5A9}"/>
                    </a:ext>
                  </a:extLst>
                </p:cNvPr>
                <p:cNvCxnSpPr>
                  <a:cxnSpLocks/>
                  <a:stCxn id="125" idx="6"/>
                  <a:endCxn id="126" idx="2"/>
                </p:cNvCxnSpPr>
                <p:nvPr/>
              </p:nvCxnSpPr>
              <p:spPr>
                <a:xfrm>
                  <a:off x="9145970" y="3783870"/>
                  <a:ext cx="395080" cy="3849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ABDAE4F6-DA4E-5A72-D511-9B963EF700D3}"/>
                    </a:ext>
                  </a:extLst>
                </p:cNvPr>
                <p:cNvCxnSpPr>
                  <a:cxnSpLocks/>
                  <a:stCxn id="121" idx="4"/>
                  <a:endCxn id="124" idx="0"/>
                </p:cNvCxnSpPr>
                <p:nvPr/>
              </p:nvCxnSpPr>
              <p:spPr>
                <a:xfrm>
                  <a:off x="8462798" y="3329480"/>
                  <a:ext cx="0" cy="341586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27D6CAF3-595F-96DB-E67E-8222D8EF220E}"/>
                    </a:ext>
                  </a:extLst>
                </p:cNvPr>
                <p:cNvCxnSpPr>
                  <a:cxnSpLocks/>
                  <a:endCxn id="125" idx="0"/>
                </p:cNvCxnSpPr>
                <p:nvPr/>
              </p:nvCxnSpPr>
              <p:spPr>
                <a:xfrm flipH="1">
                  <a:off x="9030356" y="3337179"/>
                  <a:ext cx="3409" cy="341587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CAE7F317-90B9-67A9-70B0-B3EF06CF69E8}"/>
                    </a:ext>
                  </a:extLst>
                </p:cNvPr>
                <p:cNvCxnSpPr>
                  <a:cxnSpLocks/>
                  <a:stCxn id="123" idx="4"/>
                </p:cNvCxnSpPr>
                <p:nvPr/>
              </p:nvCxnSpPr>
              <p:spPr>
                <a:xfrm>
                  <a:off x="9655857" y="3329480"/>
                  <a:ext cx="0" cy="341585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FADE156-D3BC-F355-D57F-D9C6BECDCA14}"/>
                  </a:ext>
                </a:extLst>
              </p:cNvPr>
              <p:cNvSpPr txBox="1"/>
              <p:nvPr/>
            </p:nvSpPr>
            <p:spPr>
              <a:xfrm>
                <a:off x="10054096" y="1305989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1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022B1D0-A36C-8E16-3EFD-01A6E2E2891B}"/>
                  </a:ext>
                </a:extLst>
              </p:cNvPr>
              <p:cNvSpPr txBox="1"/>
              <p:nvPr/>
            </p:nvSpPr>
            <p:spPr>
              <a:xfrm>
                <a:off x="10948552" y="1309753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4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4D3BA1B-0076-CA2B-A291-E650E56E52F3}"/>
                  </a:ext>
                </a:extLst>
              </p:cNvPr>
              <p:cNvSpPr txBox="1"/>
              <p:nvPr/>
            </p:nvSpPr>
            <p:spPr>
              <a:xfrm>
                <a:off x="11853551" y="1341485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5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7B92965-190A-35F5-88AA-C1F6862AAFEC}"/>
                  </a:ext>
                </a:extLst>
              </p:cNvPr>
              <p:cNvSpPr txBox="1"/>
              <p:nvPr/>
            </p:nvSpPr>
            <p:spPr>
              <a:xfrm>
                <a:off x="10057587" y="2317134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2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A853B18-8E0B-77FA-0C89-82E7671F1EBA}"/>
                  </a:ext>
                </a:extLst>
              </p:cNvPr>
              <p:cNvSpPr txBox="1"/>
              <p:nvPr/>
            </p:nvSpPr>
            <p:spPr>
              <a:xfrm>
                <a:off x="11864563" y="2285494"/>
                <a:ext cx="23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1631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2F033-623A-FD67-C5BD-93F7E6F8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Prepare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6F29A-FB64-548F-FA4F-D3224A5A7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AU" dirty="0"/>
              <a:t>Generate a circuit C as follows</a:t>
            </a:r>
          </a:p>
          <a:p>
            <a:r>
              <a:rPr lang="en-AU" dirty="0"/>
              <a:t>Select an architecture, e.g., G2x3</a:t>
            </a:r>
          </a:p>
          <a:p>
            <a:r>
              <a:rPr lang="en-AU" dirty="0"/>
              <a:t>Randomly generate a permutation on AG</a:t>
            </a:r>
          </a:p>
          <a:p>
            <a:r>
              <a:rPr lang="en-AU" dirty="0"/>
              <a:t>For each edge (</a:t>
            </a:r>
            <a:r>
              <a:rPr lang="en-AU" dirty="0" err="1"/>
              <a:t>p,q</a:t>
            </a:r>
            <a:r>
              <a:rPr lang="en-AU" dirty="0"/>
              <a:t>) of the permuted AG, put it randomly in C</a:t>
            </a:r>
          </a:p>
          <a:p>
            <a:endParaRPr lang="en-AU" dirty="0"/>
          </a:p>
          <a:p>
            <a:r>
              <a:rPr lang="en-AU" dirty="0"/>
              <a:t>Generate 10 circuits and compare with approximate token swapping and the Z3 algorithm</a:t>
            </a:r>
          </a:p>
          <a:p>
            <a:pPr marL="0" indent="0">
              <a:buNone/>
            </a:pPr>
            <a:r>
              <a:rPr lang="en-AU" dirty="0"/>
              <a:t>-&gt; We could also adapt the Z3 algorithm directly to find the swaps</a:t>
            </a:r>
          </a:p>
          <a:p>
            <a:pPr marL="0" indent="0">
              <a:buNone/>
            </a:pPr>
            <a:r>
              <a:rPr lang="en-AU" dirty="0"/>
              <a:t>-&gt; Vf2 algorithm?</a:t>
            </a:r>
          </a:p>
        </p:txBody>
      </p:sp>
    </p:spTree>
    <p:extLst>
      <p:ext uri="{BB962C8B-B14F-4D97-AF65-F5344CB8AC3E}">
        <p14:creationId xmlns:p14="http://schemas.microsoft.com/office/powerpoint/2010/main" val="506886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64E4-307B-559B-0A8D-E9AA74FBD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the previous approach may be not good?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9A44C-0F36-04F9-DB60-8A44BEE12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 the previous divide-and-conquer approach, we partition the circuit C into sections C1, C2, …, Ck and find a mapping for each section and then link them with either </a:t>
            </a:r>
            <a:r>
              <a:rPr lang="en-AU" dirty="0" err="1"/>
              <a:t>Qiskit’s</a:t>
            </a:r>
            <a:r>
              <a:rPr lang="en-AU" dirty="0"/>
              <a:t> ATS or Z3  </a:t>
            </a:r>
          </a:p>
          <a:p>
            <a:r>
              <a:rPr lang="en-AU" dirty="0"/>
              <a:t>We could do this directly! Starting from the mapping for Ci, construct a mapping for C(i+1) with minimal SWAP insertions</a:t>
            </a:r>
          </a:p>
        </p:txBody>
      </p:sp>
    </p:spTree>
    <p:extLst>
      <p:ext uri="{BB962C8B-B14F-4D97-AF65-F5344CB8AC3E}">
        <p14:creationId xmlns:p14="http://schemas.microsoft.com/office/powerpoint/2010/main" val="1575756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2A23-BEBE-1E94-9CA8-47AB85DD5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Z3 Solver for Token Swapping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B1B34-306C-08C8-686C-D478A8B2FF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Input: architecture graph AG, permutation, circuit C </a:t>
                </a:r>
                <a:r>
                  <a:rPr lang="en-AU" dirty="0" err="1"/>
                  <a:t>s.t.</a:t>
                </a:r>
                <a:r>
                  <a:rPr lang="en-AU" dirty="0"/>
                  <a:t> the interaction graph of C is embeddable in AG</a:t>
                </a:r>
              </a:p>
              <a:p>
                <a:r>
                  <a:rPr lang="en-AU" dirty="0"/>
                  <a:t>Insert m SWAP gates in sequence, and change the trivial mapping to a new mapping pi, which satisfies all the connectivity constraints in C</a:t>
                </a:r>
              </a:p>
              <a:p>
                <a:r>
                  <a:rPr lang="en-AU" dirty="0"/>
                  <a:t>Variables</a:t>
                </a:r>
              </a:p>
              <a:p>
                <a:pPr lvl="1"/>
                <a:r>
                  <a:rPr lang="en-AU" dirty="0"/>
                  <a:t>Mapping variables m*n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AU" b="0" dirty="0">
                    <a:ea typeface="Cambria Math" panose="02040503050406030204" pitchFamily="18" charset="0"/>
                  </a:rPr>
                  <a:t> is obtained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b="0" dirty="0">
                    <a:ea typeface="Cambria Math" panose="02040503050406030204" pitchFamily="18" charset="0"/>
                  </a:rPr>
                  <a:t> by a swap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AU" dirty="0"/>
                  <a:t> for any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B1B34-306C-08C8-686C-D478A8B2FF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4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873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B55C-06BD-9945-1CAE-A8F9414E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SABRE Style Subgraph Isomorphism-based Initial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D5A79-608D-1C83-EA9C-02DEC1F57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we can select an initial mapping that takes the full circuit into account</a:t>
            </a:r>
          </a:p>
          <a:p>
            <a:r>
              <a:rPr lang="en-AU" dirty="0"/>
              <a:t>start from a random initial mapping f0 = f (this f0 could be selected by Sabre)</a:t>
            </a:r>
          </a:p>
          <a:p>
            <a:r>
              <a:rPr lang="en-AU" dirty="0"/>
              <a:t>calculate the next good mapping f1 for section C1 …</a:t>
            </a:r>
          </a:p>
          <a:p>
            <a:r>
              <a:rPr lang="en-AU" dirty="0"/>
              <a:t>calculate the next good mapping </a:t>
            </a:r>
            <a:r>
              <a:rPr lang="en-AU" dirty="0" err="1"/>
              <a:t>fm</a:t>
            </a:r>
            <a:r>
              <a:rPr lang="en-AU" dirty="0"/>
              <a:t> for section Cm</a:t>
            </a:r>
          </a:p>
          <a:p>
            <a:r>
              <a:rPr lang="en-AU" dirty="0"/>
              <a:t>calculate the next good mapping gm for the reverse of section Cm</a:t>
            </a:r>
          </a:p>
          <a:p>
            <a:r>
              <a:rPr lang="en-AU" dirty="0"/>
              <a:t>calculate the next good mapping g1 for the reverse of section C1</a:t>
            </a:r>
          </a:p>
          <a:p>
            <a:r>
              <a:rPr lang="en-AU" dirty="0"/>
              <a:t>use g1 as the refined initial mapping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758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F1CC-3892-2A31-8693-7A2D3A980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Graph Profile of Quantum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95EA9-D0E8-3443-B6F7-26B34BC4D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Given a quantum circuit, investigate its graph profile</a:t>
            </a:r>
          </a:p>
          <a:p>
            <a:r>
              <a:rPr lang="en-AU" dirty="0"/>
              <a:t>connectivity</a:t>
            </a:r>
          </a:p>
          <a:p>
            <a:r>
              <a:rPr lang="en-AU" dirty="0"/>
              <a:t>pattern</a:t>
            </a:r>
          </a:p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6097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53691</TotalTime>
  <Words>2223</Words>
  <Application>Microsoft Macintosh PowerPoint</Application>
  <PresentationFormat>Widescreen</PresentationFormat>
  <Paragraphs>402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Subgraph Isomorphism-based QCT algorithm</vt:lpstr>
      <vt:lpstr>PowerPoint Presentation</vt:lpstr>
      <vt:lpstr>Subgraph Isomorphism</vt:lpstr>
      <vt:lpstr>Subgraph Isomorphism</vt:lpstr>
      <vt:lpstr>Subgraph Isomorphism</vt:lpstr>
      <vt:lpstr>Subgraph Isomorphism</vt:lpstr>
      <vt:lpstr>Subgraph Isomorphism</vt:lpstr>
      <vt:lpstr>Subgraph Isomorphism</vt:lpstr>
      <vt:lpstr>Subgraph Isomorphism</vt:lpstr>
      <vt:lpstr>VF2 Procedure</vt:lpstr>
      <vt:lpstr>Select the candidate set</vt:lpstr>
      <vt:lpstr>When g has empty neighborhood?</vt:lpstr>
      <vt:lpstr>The Good Next Mapping</vt:lpstr>
      <vt:lpstr>Token Swapping</vt:lpstr>
      <vt:lpstr>Token Swapping</vt:lpstr>
      <vt:lpstr>Token Swapping</vt:lpstr>
      <vt:lpstr>Unhappy Swap</vt:lpstr>
      <vt:lpstr>The Happiness Directed Graph H</vt:lpstr>
      <vt:lpstr>PowerPoint Presentation</vt:lpstr>
      <vt:lpstr>Lemmas and Facts</vt:lpstr>
      <vt:lpstr>The 4-Approximate Token Swapping Algorithm</vt:lpstr>
      <vt:lpstr>A happy chain that is not a part of a happy cycle</vt:lpstr>
      <vt:lpstr>Token Swapping without a fixed target mapping</vt:lpstr>
      <vt:lpstr>Greedy Search</vt:lpstr>
      <vt:lpstr>Prepare Benchmarks</vt:lpstr>
      <vt:lpstr>Why the previous approach may be not good?</vt:lpstr>
      <vt:lpstr>A Z3 Solver for Token Swapping</vt:lpstr>
      <vt:lpstr>A SABRE Style Subgraph Isomorphism-based Initial Mapping</vt:lpstr>
      <vt:lpstr>Graph Profile of Quantum Circuits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Sanjiang Li</dc:creator>
  <cp:lastModifiedBy>Sanjiang Li</cp:lastModifiedBy>
  <cp:revision>37</cp:revision>
  <dcterms:created xsi:type="dcterms:W3CDTF">2020-09-06T08:20:14Z</dcterms:created>
  <dcterms:modified xsi:type="dcterms:W3CDTF">2023-10-19T11:49:15Z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a6c3db-1667-4f49-995a-8b9973972958_Enabled">
    <vt:lpwstr>true</vt:lpwstr>
  </property>
  <property fmtid="{D5CDD505-2E9C-101B-9397-08002B2CF9AE}" pid="3" name="MSIP_Label_51a6c3db-1667-4f49-995a-8b9973972958_SetDate">
    <vt:lpwstr>2023-08-08T02:54:43Z</vt:lpwstr>
  </property>
  <property fmtid="{D5CDD505-2E9C-101B-9397-08002B2CF9AE}" pid="4" name="MSIP_Label_51a6c3db-1667-4f49-995a-8b9973972958_Method">
    <vt:lpwstr>Standard</vt:lpwstr>
  </property>
  <property fmtid="{D5CDD505-2E9C-101B-9397-08002B2CF9AE}" pid="5" name="MSIP_Label_51a6c3db-1667-4f49-995a-8b9973972958_Name">
    <vt:lpwstr>UTS-Internal</vt:lpwstr>
  </property>
  <property fmtid="{D5CDD505-2E9C-101B-9397-08002B2CF9AE}" pid="6" name="MSIP_Label_51a6c3db-1667-4f49-995a-8b9973972958_SiteId">
    <vt:lpwstr>e8911c26-cf9f-4a9c-878e-527807be8791</vt:lpwstr>
  </property>
  <property fmtid="{D5CDD505-2E9C-101B-9397-08002B2CF9AE}" pid="7" name="MSIP_Label_51a6c3db-1667-4f49-995a-8b9973972958_ActionId">
    <vt:lpwstr>ce394fa9-97af-41f4-a332-c7a3e2fa2c58</vt:lpwstr>
  </property>
  <property fmtid="{D5CDD505-2E9C-101B-9397-08002B2CF9AE}" pid="8" name="MSIP_Label_51a6c3db-1667-4f49-995a-8b9973972958_ContentBits">
    <vt:lpwstr>0</vt:lpwstr>
  </property>
</Properties>
</file>